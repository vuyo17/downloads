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327" r:id="rId2"/>
  </p:sldIdLst>
  <p:sldSz cx="21386800" cy="302768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BA1B02-1981-E107-8808-EB93A2B15B13}" v="706" dt="2026-10-05T22:40:31.279"/>
    <p1510:client id="{8039FC19-E405-743D-2260-2F88563D35BC}" v="20" dt="2026-10-05T22:01:49.3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p:scale>
          <a:sx n="33" d="100"/>
          <a:sy n="33" d="100"/>
        </p:scale>
        <p:origin x="341" y="-26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vuyo Matomela" userId="S::mtmluv001@myuct.ac.za::399fa18b-ed7d-40df-b8e7-d7f103ede8dc" providerId="AD" clId="Web-{8039FC19-E405-743D-2260-2F88563D35BC}"/>
    <pc:docChg chg="modSld">
      <pc:chgData name="Luvuyo Matomela" userId="S::mtmluv001@myuct.ac.za::399fa18b-ed7d-40df-b8e7-d7f103ede8dc" providerId="AD" clId="Web-{8039FC19-E405-743D-2260-2F88563D35BC}" dt="2026-10-05T22:01:49.330" v="10"/>
      <pc:docMkLst>
        <pc:docMk/>
      </pc:docMkLst>
      <pc:sldChg chg="modSp">
        <pc:chgData name="Luvuyo Matomela" userId="S::mtmluv001@myuct.ac.za::399fa18b-ed7d-40df-b8e7-d7f103ede8dc" providerId="AD" clId="Web-{8039FC19-E405-743D-2260-2F88563D35BC}" dt="2026-10-05T22:01:49.330" v="10"/>
        <pc:sldMkLst>
          <pc:docMk/>
          <pc:sldMk cId="1474801932" sldId="327"/>
        </pc:sldMkLst>
        <pc:spChg chg="mod">
          <ac:chgData name="Luvuyo Matomela" userId="S::mtmluv001@myuct.ac.za::399fa18b-ed7d-40df-b8e7-d7f103ede8dc" providerId="AD" clId="Web-{8039FC19-E405-743D-2260-2F88563D35BC}" dt="2026-10-05T22:01:22.299" v="7" actId="20577"/>
          <ac:spMkLst>
            <pc:docMk/>
            <pc:sldMk cId="1474801932" sldId="327"/>
            <ac:spMk id="226" creationId="{00000000-0000-0000-0000-000000000000}"/>
          </ac:spMkLst>
        </pc:spChg>
        <pc:spChg chg="mod">
          <ac:chgData name="Luvuyo Matomela" userId="S::mtmluv001@myuct.ac.za::399fa18b-ed7d-40df-b8e7-d7f103ede8dc" providerId="AD" clId="Web-{8039FC19-E405-743D-2260-2F88563D35BC}" dt="2026-10-05T22:01:27.314" v="8" actId="20577"/>
          <ac:spMkLst>
            <pc:docMk/>
            <pc:sldMk cId="1474801932" sldId="327"/>
            <ac:spMk id="229" creationId="{00000000-0000-0000-0000-000000000000}"/>
          </ac:spMkLst>
        </pc:spChg>
        <pc:spChg chg="mod">
          <ac:chgData name="Luvuyo Matomela" userId="S::mtmluv001@myuct.ac.za::399fa18b-ed7d-40df-b8e7-d7f103ede8dc" providerId="AD" clId="Web-{8039FC19-E405-743D-2260-2F88563D35BC}" dt="2026-10-05T22:01:49.330" v="10"/>
          <ac:spMkLst>
            <pc:docMk/>
            <pc:sldMk cId="1474801932" sldId="327"/>
            <ac:spMk id="232" creationId="{00000000-0000-0000-0000-000000000000}"/>
          </ac:spMkLst>
        </pc:spChg>
        <pc:spChg chg="mod">
          <ac:chgData name="Luvuyo Matomela" userId="S::mtmluv001@myuct.ac.za::399fa18b-ed7d-40df-b8e7-d7f103ede8dc" providerId="AD" clId="Web-{8039FC19-E405-743D-2260-2F88563D35BC}" dt="2026-10-05T21:59:56.392" v="6" actId="20577"/>
          <ac:spMkLst>
            <pc:docMk/>
            <pc:sldMk cId="1474801932" sldId="327"/>
            <ac:spMk id="237" creationId="{00000000-0000-0000-0000-000000000000}"/>
          </ac:spMkLst>
        </pc:spChg>
      </pc:sldChg>
    </pc:docChg>
  </pc:docChgLst>
  <pc:docChgLst>
    <pc:chgData name="Hlomla Kuhlane" userId="S::khlhlo002@myuct.ac.za::5372bd60-a348-4400-88e1-9887fc05583c" providerId="AD" clId="Web-{39BA1B02-1981-E107-8808-EB93A2B15B13}"/>
    <pc:docChg chg="modSld">
      <pc:chgData name="Hlomla Kuhlane" userId="S::khlhlo002@myuct.ac.za::5372bd60-a348-4400-88e1-9887fc05583c" providerId="AD" clId="Web-{39BA1B02-1981-E107-8808-EB93A2B15B13}" dt="2026-10-05T22:40:30.326" v="468" actId="20577"/>
      <pc:docMkLst>
        <pc:docMk/>
      </pc:docMkLst>
      <pc:sldChg chg="addSp delSp modSp">
        <pc:chgData name="Hlomla Kuhlane" userId="S::khlhlo002@myuct.ac.za::5372bd60-a348-4400-88e1-9887fc05583c" providerId="AD" clId="Web-{39BA1B02-1981-E107-8808-EB93A2B15B13}" dt="2026-10-05T22:40:30.326" v="468" actId="20577"/>
        <pc:sldMkLst>
          <pc:docMk/>
          <pc:sldMk cId="1474801932" sldId="327"/>
        </pc:sldMkLst>
        <pc:spChg chg="mod">
          <ac:chgData name="Hlomla Kuhlane" userId="S::khlhlo002@myuct.ac.za::5372bd60-a348-4400-88e1-9887fc05583c" providerId="AD" clId="Web-{39BA1B02-1981-E107-8808-EB93A2B15B13}" dt="2026-10-05T22:10:50.920" v="317" actId="20577"/>
          <ac:spMkLst>
            <pc:docMk/>
            <pc:sldMk cId="1474801932" sldId="327"/>
            <ac:spMk id="7" creationId="{7BA92710-7989-DD08-B657-4C1000675E93}"/>
          </ac:spMkLst>
        </pc:spChg>
        <pc:spChg chg="mod">
          <ac:chgData name="Hlomla Kuhlane" userId="S::khlhlo002@myuct.ac.za::5372bd60-a348-4400-88e1-9887fc05583c" providerId="AD" clId="Web-{39BA1B02-1981-E107-8808-EB93A2B15B13}" dt="2026-10-05T22:38:01.513" v="456" actId="20577"/>
          <ac:spMkLst>
            <pc:docMk/>
            <pc:sldMk cId="1474801932" sldId="327"/>
            <ac:spMk id="185" creationId="{00000000-0000-0000-0000-000000000000}"/>
          </ac:spMkLst>
        </pc:spChg>
        <pc:spChg chg="mod">
          <ac:chgData name="Hlomla Kuhlane" userId="S::khlhlo002@myuct.ac.za::5372bd60-a348-4400-88e1-9887fc05583c" providerId="AD" clId="Web-{39BA1B02-1981-E107-8808-EB93A2B15B13}" dt="2026-10-05T22:17:09.436" v="389" actId="20577"/>
          <ac:spMkLst>
            <pc:docMk/>
            <pc:sldMk cId="1474801932" sldId="327"/>
            <ac:spMk id="205" creationId="{00000000-0000-0000-0000-000000000000}"/>
          </ac:spMkLst>
        </pc:spChg>
        <pc:spChg chg="mod">
          <ac:chgData name="Hlomla Kuhlane" userId="S::khlhlo002@myuct.ac.za::5372bd60-a348-4400-88e1-9887fc05583c" providerId="AD" clId="Web-{39BA1B02-1981-E107-8808-EB93A2B15B13}" dt="2026-10-05T21:53:37.060" v="138" actId="20577"/>
          <ac:spMkLst>
            <pc:docMk/>
            <pc:sldMk cId="1474801932" sldId="327"/>
            <ac:spMk id="217" creationId="{00000000-0000-0000-0000-000000000000}"/>
          </ac:spMkLst>
        </pc:spChg>
        <pc:spChg chg="mod">
          <ac:chgData name="Hlomla Kuhlane" userId="S::khlhlo002@myuct.ac.za::5372bd60-a348-4400-88e1-9887fc05583c" providerId="AD" clId="Web-{39BA1B02-1981-E107-8808-EB93A2B15B13}" dt="2026-10-05T22:38:25.701" v="467" actId="20577"/>
          <ac:spMkLst>
            <pc:docMk/>
            <pc:sldMk cId="1474801932" sldId="327"/>
            <ac:spMk id="226" creationId="{00000000-0000-0000-0000-000000000000}"/>
          </ac:spMkLst>
        </pc:spChg>
        <pc:spChg chg="mod">
          <ac:chgData name="Hlomla Kuhlane" userId="S::khlhlo002@myuct.ac.za::5372bd60-a348-4400-88e1-9887fc05583c" providerId="AD" clId="Web-{39BA1B02-1981-E107-8808-EB93A2B15B13}" dt="2026-10-05T22:40:30.326" v="468" actId="20577"/>
          <ac:spMkLst>
            <pc:docMk/>
            <pc:sldMk cId="1474801932" sldId="327"/>
            <ac:spMk id="229" creationId="{00000000-0000-0000-0000-000000000000}"/>
          </ac:spMkLst>
        </pc:spChg>
        <pc:spChg chg="mod">
          <ac:chgData name="Hlomla Kuhlane" userId="S::khlhlo002@myuct.ac.za::5372bd60-a348-4400-88e1-9887fc05583c" providerId="AD" clId="Web-{39BA1B02-1981-E107-8808-EB93A2B15B13}" dt="2026-10-05T22:17:36.905" v="390" actId="20577"/>
          <ac:spMkLst>
            <pc:docMk/>
            <pc:sldMk cId="1474801932" sldId="327"/>
            <ac:spMk id="230" creationId="{00000000-0000-0000-0000-000000000000}"/>
          </ac:spMkLst>
        </pc:spChg>
        <pc:spChg chg="add del mod">
          <ac:chgData name="Hlomla Kuhlane" userId="S::khlhlo002@myuct.ac.za::5372bd60-a348-4400-88e1-9887fc05583c" providerId="AD" clId="Web-{39BA1B02-1981-E107-8808-EB93A2B15B13}" dt="2026-10-05T21:57:41.483" v="261" actId="20577"/>
          <ac:spMkLst>
            <pc:docMk/>
            <pc:sldMk cId="1474801932" sldId="327"/>
            <ac:spMk id="232" creationId="{00000000-0000-0000-0000-000000000000}"/>
          </ac:spMkLst>
        </pc:spChg>
        <pc:spChg chg="mod">
          <ac:chgData name="Hlomla Kuhlane" userId="S::khlhlo002@myuct.ac.za::5372bd60-a348-4400-88e1-9887fc05583c" providerId="AD" clId="Web-{39BA1B02-1981-E107-8808-EB93A2B15B13}" dt="2026-10-05T21:59:06.951" v="268" actId="20577"/>
          <ac:spMkLst>
            <pc:docMk/>
            <pc:sldMk cId="1474801932" sldId="327"/>
            <ac:spMk id="237" creationId="{00000000-0000-0000-0000-000000000000}"/>
          </ac:spMkLst>
        </pc:spChg>
        <pc:spChg chg="mod">
          <ac:chgData name="Hlomla Kuhlane" userId="S::khlhlo002@myuct.ac.za::5372bd60-a348-4400-88e1-9887fc05583c" providerId="AD" clId="Web-{39BA1B02-1981-E107-8808-EB93A2B15B13}" dt="2026-10-05T22:16:16.936" v="382" actId="20577"/>
          <ac:spMkLst>
            <pc:docMk/>
            <pc:sldMk cId="1474801932" sldId="327"/>
            <ac:spMk id="24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41CD5-CDDD-47D4-8F60-FECC05FBF21D}" type="datetimeFigureOut">
              <a:rPr lang="en-ZA" smtClean="0"/>
              <a:t>2026/10/05</a:t>
            </a:fld>
            <a:endParaRPr lang="en-ZA"/>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18F9B6-1224-4216-A5B9-5CB074DA37D2}" type="slidenum">
              <a:rPr lang="en-ZA" smtClean="0"/>
              <a:t>‹#›</a:t>
            </a:fld>
            <a:endParaRPr lang="en-ZA"/>
          </a:p>
        </p:txBody>
      </p:sp>
    </p:spTree>
    <p:extLst>
      <p:ext uri="{BB962C8B-B14F-4D97-AF65-F5344CB8AC3E}">
        <p14:creationId xmlns:p14="http://schemas.microsoft.com/office/powerpoint/2010/main" val="1767242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7B0BE-13FA-A886-8256-E4B8322B920D}"/>
              </a:ext>
            </a:extLst>
          </p:cNvPr>
          <p:cNvSpPr>
            <a:spLocks noGrp="1"/>
          </p:cNvSpPr>
          <p:nvPr>
            <p:ph type="ctrTitle"/>
          </p:nvPr>
        </p:nvSpPr>
        <p:spPr>
          <a:xfrm>
            <a:off x="1524225" y="1122423"/>
            <a:ext cx="9145358" cy="2387726"/>
          </a:xfrm>
        </p:spPr>
        <p:txBody>
          <a:bodyPr anchor="b"/>
          <a:lstStyle>
            <a:lvl1pPr algn="ctr">
              <a:defRPr sz="1359"/>
            </a:lvl1pPr>
          </a:lstStyle>
          <a:p>
            <a:r>
              <a:rPr lang="en-US"/>
              <a:t>Click to edit Master title style</a:t>
            </a:r>
            <a:endParaRPr lang="en-ZA"/>
          </a:p>
        </p:txBody>
      </p:sp>
      <p:sp>
        <p:nvSpPr>
          <p:cNvPr id="3" name="Subtitle 2">
            <a:extLst>
              <a:ext uri="{FF2B5EF4-FFF2-40B4-BE49-F238E27FC236}">
                <a16:creationId xmlns:a16="http://schemas.microsoft.com/office/drawing/2014/main" id="{B1BC3804-0D61-17E3-9CFA-A83001049343}"/>
              </a:ext>
            </a:extLst>
          </p:cNvPr>
          <p:cNvSpPr>
            <a:spLocks noGrp="1"/>
          </p:cNvSpPr>
          <p:nvPr>
            <p:ph type="subTitle" idx="1"/>
          </p:nvPr>
        </p:nvSpPr>
        <p:spPr>
          <a:xfrm>
            <a:off x="1524225" y="3602229"/>
            <a:ext cx="9145358" cy="1655847"/>
          </a:xfrm>
        </p:spPr>
        <p:txBody>
          <a:bodyPr/>
          <a:lstStyle>
            <a:lvl1pPr marL="0" indent="0" algn="ctr">
              <a:buNone/>
              <a:defRPr sz="544"/>
            </a:lvl1pPr>
            <a:lvl2pPr marL="103556" indent="0" algn="ctr">
              <a:buNone/>
              <a:defRPr sz="453"/>
            </a:lvl2pPr>
            <a:lvl3pPr marL="207112" indent="0" algn="ctr">
              <a:buNone/>
              <a:defRPr sz="408"/>
            </a:lvl3pPr>
            <a:lvl4pPr marL="310667" indent="0" algn="ctr">
              <a:buNone/>
              <a:defRPr sz="362"/>
            </a:lvl4pPr>
            <a:lvl5pPr marL="414223" indent="0" algn="ctr">
              <a:buNone/>
              <a:defRPr sz="362"/>
            </a:lvl5pPr>
            <a:lvl6pPr marL="517779" indent="0" algn="ctr">
              <a:buNone/>
              <a:defRPr sz="362"/>
            </a:lvl6pPr>
            <a:lvl7pPr marL="621335" indent="0" algn="ctr">
              <a:buNone/>
              <a:defRPr sz="362"/>
            </a:lvl7pPr>
            <a:lvl8pPr marL="724891" indent="0" algn="ctr">
              <a:buNone/>
              <a:defRPr sz="362"/>
            </a:lvl8pPr>
            <a:lvl9pPr marL="828446" indent="0" algn="ctr">
              <a:buNone/>
              <a:defRPr sz="362"/>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3AF990BE-49FD-09FB-79AB-118E6A4E3966}"/>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5" name="Footer Placeholder 4">
            <a:extLst>
              <a:ext uri="{FF2B5EF4-FFF2-40B4-BE49-F238E27FC236}">
                <a16:creationId xmlns:a16="http://schemas.microsoft.com/office/drawing/2014/main" id="{16F26684-BC6B-3F89-5E83-7CB41E6BE7E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6DBE34FE-9864-B721-824A-F0AC5448FA43}"/>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29502711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1DF32-E0AE-CE14-3193-618D29CEABC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B92CD07A-336C-9ACC-54FC-941715E2E1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FC6C85A-50E8-267F-29A5-29A4147294A6}"/>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5" name="Footer Placeholder 4">
            <a:extLst>
              <a:ext uri="{FF2B5EF4-FFF2-40B4-BE49-F238E27FC236}">
                <a16:creationId xmlns:a16="http://schemas.microsoft.com/office/drawing/2014/main" id="{41A2A326-B364-7F8F-6147-3CC4B5ACE85F}"/>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3932F5A-D01D-0BCC-261F-74265EEA92BE}"/>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868564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F3649-1769-0C69-D194-B77DE417497C}"/>
              </a:ext>
            </a:extLst>
          </p:cNvPr>
          <p:cNvSpPr>
            <a:spLocks noGrp="1"/>
          </p:cNvSpPr>
          <p:nvPr>
            <p:ph type="title"/>
          </p:nvPr>
        </p:nvSpPr>
        <p:spPr>
          <a:xfrm>
            <a:off x="831976" y="1709828"/>
            <a:ext cx="10517161" cy="2852889"/>
          </a:xfrm>
        </p:spPr>
        <p:txBody>
          <a:bodyPr anchor="b"/>
          <a:lstStyle>
            <a:lvl1pPr>
              <a:defRPr sz="1359"/>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5805DACA-C5D3-90CE-4449-8FBBBB4088C3}"/>
              </a:ext>
            </a:extLst>
          </p:cNvPr>
          <p:cNvSpPr>
            <a:spLocks noGrp="1"/>
          </p:cNvSpPr>
          <p:nvPr>
            <p:ph type="body" idx="1"/>
          </p:nvPr>
        </p:nvSpPr>
        <p:spPr>
          <a:xfrm>
            <a:off x="831976" y="4589706"/>
            <a:ext cx="10517161" cy="1500264"/>
          </a:xfrm>
        </p:spPr>
        <p:txBody>
          <a:bodyPr/>
          <a:lstStyle>
            <a:lvl1pPr marL="0" indent="0">
              <a:buNone/>
              <a:defRPr sz="544">
                <a:solidFill>
                  <a:schemeClr val="tx1">
                    <a:tint val="82000"/>
                  </a:schemeClr>
                </a:solidFill>
              </a:defRPr>
            </a:lvl1pPr>
            <a:lvl2pPr marL="103556" indent="0">
              <a:buNone/>
              <a:defRPr sz="453">
                <a:solidFill>
                  <a:schemeClr val="tx1">
                    <a:tint val="82000"/>
                  </a:schemeClr>
                </a:solidFill>
              </a:defRPr>
            </a:lvl2pPr>
            <a:lvl3pPr marL="207112" indent="0">
              <a:buNone/>
              <a:defRPr sz="408">
                <a:solidFill>
                  <a:schemeClr val="tx1">
                    <a:tint val="82000"/>
                  </a:schemeClr>
                </a:solidFill>
              </a:defRPr>
            </a:lvl3pPr>
            <a:lvl4pPr marL="310667" indent="0">
              <a:buNone/>
              <a:defRPr sz="362">
                <a:solidFill>
                  <a:schemeClr val="tx1">
                    <a:tint val="82000"/>
                  </a:schemeClr>
                </a:solidFill>
              </a:defRPr>
            </a:lvl4pPr>
            <a:lvl5pPr marL="414223" indent="0">
              <a:buNone/>
              <a:defRPr sz="362">
                <a:solidFill>
                  <a:schemeClr val="tx1">
                    <a:tint val="82000"/>
                  </a:schemeClr>
                </a:solidFill>
              </a:defRPr>
            </a:lvl5pPr>
            <a:lvl6pPr marL="517779" indent="0">
              <a:buNone/>
              <a:defRPr sz="362">
                <a:solidFill>
                  <a:schemeClr val="tx1">
                    <a:tint val="82000"/>
                  </a:schemeClr>
                </a:solidFill>
              </a:defRPr>
            </a:lvl6pPr>
            <a:lvl7pPr marL="621335" indent="0">
              <a:buNone/>
              <a:defRPr sz="362">
                <a:solidFill>
                  <a:schemeClr val="tx1">
                    <a:tint val="82000"/>
                  </a:schemeClr>
                </a:solidFill>
              </a:defRPr>
            </a:lvl7pPr>
            <a:lvl8pPr marL="724891" indent="0">
              <a:buNone/>
              <a:defRPr sz="362">
                <a:solidFill>
                  <a:schemeClr val="tx1">
                    <a:tint val="82000"/>
                  </a:schemeClr>
                </a:solidFill>
              </a:defRPr>
            </a:lvl8pPr>
            <a:lvl9pPr marL="828446" indent="0">
              <a:buNone/>
              <a:defRPr sz="362">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620E96-C9B8-454A-EFEC-FBC6776DDE06}"/>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5" name="Footer Placeholder 4">
            <a:extLst>
              <a:ext uri="{FF2B5EF4-FFF2-40B4-BE49-F238E27FC236}">
                <a16:creationId xmlns:a16="http://schemas.microsoft.com/office/drawing/2014/main" id="{71637B07-778C-6451-9EF9-7F3BCCFEBDD8}"/>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E32981A-FF47-815A-AABB-A4E147A0E7C4}"/>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2891643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85D7F-479F-88D6-3E01-8DCE0C0DE0EC}"/>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0203ABB1-4F4D-FB7F-D096-87B0BF7CCC0C}"/>
              </a:ext>
            </a:extLst>
          </p:cNvPr>
          <p:cNvSpPr>
            <a:spLocks noGrp="1"/>
          </p:cNvSpPr>
          <p:nvPr>
            <p:ph sz="half" idx="1"/>
          </p:nvPr>
        </p:nvSpPr>
        <p:spPr>
          <a:xfrm>
            <a:off x="838325" y="1825720"/>
            <a:ext cx="5182370" cy="4351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3AA93161-0FFA-7A84-51BB-81DA64E86C19}"/>
              </a:ext>
            </a:extLst>
          </p:cNvPr>
          <p:cNvSpPr>
            <a:spLocks noGrp="1"/>
          </p:cNvSpPr>
          <p:nvPr>
            <p:ph sz="half" idx="2"/>
          </p:nvPr>
        </p:nvSpPr>
        <p:spPr>
          <a:xfrm>
            <a:off x="6173116" y="1825720"/>
            <a:ext cx="5182370" cy="4351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8A8CE97D-0043-C915-BCA7-757BFA7FDD51}"/>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6" name="Footer Placeholder 5">
            <a:extLst>
              <a:ext uri="{FF2B5EF4-FFF2-40B4-BE49-F238E27FC236}">
                <a16:creationId xmlns:a16="http://schemas.microsoft.com/office/drawing/2014/main" id="{55BBFE7B-322F-AF36-C5DB-EC4DBC315B9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B43E76BA-DAFF-BD6C-9785-69E57FDD3517}"/>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3488723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9D0F6-D1B5-28A0-957F-060C4D8EE5EC}"/>
              </a:ext>
            </a:extLst>
          </p:cNvPr>
          <p:cNvSpPr>
            <a:spLocks noGrp="1"/>
          </p:cNvSpPr>
          <p:nvPr>
            <p:ph type="title"/>
          </p:nvPr>
        </p:nvSpPr>
        <p:spPr>
          <a:xfrm>
            <a:off x="839915" y="365147"/>
            <a:ext cx="10517161" cy="1325632"/>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1200726D-8C34-52AE-B8CC-42666B96F157}"/>
              </a:ext>
            </a:extLst>
          </p:cNvPr>
          <p:cNvSpPr>
            <a:spLocks noGrp="1"/>
          </p:cNvSpPr>
          <p:nvPr>
            <p:ph type="body" idx="1"/>
          </p:nvPr>
        </p:nvSpPr>
        <p:spPr>
          <a:xfrm>
            <a:off x="839915" y="1681251"/>
            <a:ext cx="5158553" cy="823955"/>
          </a:xfrm>
        </p:spPr>
        <p:txBody>
          <a:bodyPr anchor="b"/>
          <a:lstStyle>
            <a:lvl1pPr marL="0" indent="0">
              <a:buNone/>
              <a:defRPr sz="544" b="1"/>
            </a:lvl1pPr>
            <a:lvl2pPr marL="103556" indent="0">
              <a:buNone/>
              <a:defRPr sz="453" b="1"/>
            </a:lvl2pPr>
            <a:lvl3pPr marL="207112" indent="0">
              <a:buNone/>
              <a:defRPr sz="408" b="1"/>
            </a:lvl3pPr>
            <a:lvl4pPr marL="310667" indent="0">
              <a:buNone/>
              <a:defRPr sz="362" b="1"/>
            </a:lvl4pPr>
            <a:lvl5pPr marL="414223" indent="0">
              <a:buNone/>
              <a:defRPr sz="362" b="1"/>
            </a:lvl5pPr>
            <a:lvl6pPr marL="517779" indent="0">
              <a:buNone/>
              <a:defRPr sz="362" b="1"/>
            </a:lvl6pPr>
            <a:lvl7pPr marL="621335" indent="0">
              <a:buNone/>
              <a:defRPr sz="362" b="1"/>
            </a:lvl7pPr>
            <a:lvl8pPr marL="724891" indent="0">
              <a:buNone/>
              <a:defRPr sz="362" b="1"/>
            </a:lvl8pPr>
            <a:lvl9pPr marL="828446" indent="0">
              <a:buNone/>
              <a:defRPr sz="362" b="1"/>
            </a:lvl9pPr>
          </a:lstStyle>
          <a:p>
            <a:pPr lvl="0"/>
            <a:r>
              <a:rPr lang="en-US"/>
              <a:t>Click to edit Master text styles</a:t>
            </a:r>
          </a:p>
        </p:txBody>
      </p:sp>
      <p:sp>
        <p:nvSpPr>
          <p:cNvPr id="4" name="Content Placeholder 3">
            <a:extLst>
              <a:ext uri="{FF2B5EF4-FFF2-40B4-BE49-F238E27FC236}">
                <a16:creationId xmlns:a16="http://schemas.microsoft.com/office/drawing/2014/main" id="{56ADA167-9ADF-5D0D-A52F-50243183A832}"/>
              </a:ext>
            </a:extLst>
          </p:cNvPr>
          <p:cNvSpPr>
            <a:spLocks noGrp="1"/>
          </p:cNvSpPr>
          <p:nvPr>
            <p:ph sz="half" idx="2"/>
          </p:nvPr>
        </p:nvSpPr>
        <p:spPr>
          <a:xfrm>
            <a:off x="839915" y="2505205"/>
            <a:ext cx="5158553" cy="36847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B3701D53-4254-A0C9-7EAD-6C8242CA539E}"/>
              </a:ext>
            </a:extLst>
          </p:cNvPr>
          <p:cNvSpPr>
            <a:spLocks noGrp="1"/>
          </p:cNvSpPr>
          <p:nvPr>
            <p:ph type="body" sz="quarter" idx="3"/>
          </p:nvPr>
        </p:nvSpPr>
        <p:spPr>
          <a:xfrm>
            <a:off x="6173119" y="1681251"/>
            <a:ext cx="5183957" cy="823955"/>
          </a:xfrm>
        </p:spPr>
        <p:txBody>
          <a:bodyPr anchor="b"/>
          <a:lstStyle>
            <a:lvl1pPr marL="0" indent="0">
              <a:buNone/>
              <a:defRPr sz="544" b="1"/>
            </a:lvl1pPr>
            <a:lvl2pPr marL="103556" indent="0">
              <a:buNone/>
              <a:defRPr sz="453" b="1"/>
            </a:lvl2pPr>
            <a:lvl3pPr marL="207112" indent="0">
              <a:buNone/>
              <a:defRPr sz="408" b="1"/>
            </a:lvl3pPr>
            <a:lvl4pPr marL="310667" indent="0">
              <a:buNone/>
              <a:defRPr sz="362" b="1"/>
            </a:lvl4pPr>
            <a:lvl5pPr marL="414223" indent="0">
              <a:buNone/>
              <a:defRPr sz="362" b="1"/>
            </a:lvl5pPr>
            <a:lvl6pPr marL="517779" indent="0">
              <a:buNone/>
              <a:defRPr sz="362" b="1"/>
            </a:lvl6pPr>
            <a:lvl7pPr marL="621335" indent="0">
              <a:buNone/>
              <a:defRPr sz="362" b="1"/>
            </a:lvl7pPr>
            <a:lvl8pPr marL="724891" indent="0">
              <a:buNone/>
              <a:defRPr sz="362" b="1"/>
            </a:lvl8pPr>
            <a:lvl9pPr marL="828446" indent="0">
              <a:buNone/>
              <a:defRPr sz="362" b="1"/>
            </a:lvl9pPr>
          </a:lstStyle>
          <a:p>
            <a:pPr lvl="0"/>
            <a:r>
              <a:rPr lang="en-US"/>
              <a:t>Click to edit Master text styles</a:t>
            </a:r>
          </a:p>
        </p:txBody>
      </p:sp>
      <p:sp>
        <p:nvSpPr>
          <p:cNvPr id="6" name="Content Placeholder 5">
            <a:extLst>
              <a:ext uri="{FF2B5EF4-FFF2-40B4-BE49-F238E27FC236}">
                <a16:creationId xmlns:a16="http://schemas.microsoft.com/office/drawing/2014/main" id="{7D5A6824-45A7-005B-2B83-8F233F80C009}"/>
              </a:ext>
            </a:extLst>
          </p:cNvPr>
          <p:cNvSpPr>
            <a:spLocks noGrp="1"/>
          </p:cNvSpPr>
          <p:nvPr>
            <p:ph sz="quarter" idx="4"/>
          </p:nvPr>
        </p:nvSpPr>
        <p:spPr>
          <a:xfrm>
            <a:off x="6173119" y="2505205"/>
            <a:ext cx="5183957" cy="36847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ADD902F3-5D23-B87C-E58D-E55365EDB669}"/>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8" name="Footer Placeholder 7">
            <a:extLst>
              <a:ext uri="{FF2B5EF4-FFF2-40B4-BE49-F238E27FC236}">
                <a16:creationId xmlns:a16="http://schemas.microsoft.com/office/drawing/2014/main" id="{6CCC2225-BE92-6F37-D9DB-6FBB6BCBE61D}"/>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B725E66C-C32D-6201-667E-1F4EFE249CDC}"/>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3385903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2599F-E40B-0433-490E-D8D0D5954C22}"/>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6975FF64-34EF-732C-E920-03D195633E09}"/>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4" name="Footer Placeholder 3">
            <a:extLst>
              <a:ext uri="{FF2B5EF4-FFF2-40B4-BE49-F238E27FC236}">
                <a16:creationId xmlns:a16="http://schemas.microsoft.com/office/drawing/2014/main" id="{37493819-796A-A6A2-B3FD-E738232D64F2}"/>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200D8C7C-FC27-D4D7-7CB4-CF96970D2E0F}"/>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2638036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E0391B-46A4-4D3C-4225-C129F1A6800F}"/>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3" name="Footer Placeholder 2">
            <a:extLst>
              <a:ext uri="{FF2B5EF4-FFF2-40B4-BE49-F238E27FC236}">
                <a16:creationId xmlns:a16="http://schemas.microsoft.com/office/drawing/2014/main" id="{2A789541-3DBA-E0BC-B794-86B36719E07B}"/>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CB00EC9D-1684-739B-ECA5-B095158EF164}"/>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1403897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FE066-85F9-A576-1144-C1D54358FDBC}"/>
              </a:ext>
            </a:extLst>
          </p:cNvPr>
          <p:cNvSpPr>
            <a:spLocks noGrp="1"/>
          </p:cNvSpPr>
          <p:nvPr>
            <p:ph type="title"/>
          </p:nvPr>
        </p:nvSpPr>
        <p:spPr>
          <a:xfrm>
            <a:off x="839912" y="457225"/>
            <a:ext cx="3932821" cy="1600282"/>
          </a:xfrm>
        </p:spPr>
        <p:txBody>
          <a:bodyPr anchor="b"/>
          <a:lstStyle>
            <a:lvl1pPr>
              <a:defRPr sz="725"/>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B8E01769-C912-AFAF-7691-EFC5494BDBC2}"/>
              </a:ext>
            </a:extLst>
          </p:cNvPr>
          <p:cNvSpPr>
            <a:spLocks noGrp="1"/>
          </p:cNvSpPr>
          <p:nvPr>
            <p:ph idx="1"/>
          </p:nvPr>
        </p:nvSpPr>
        <p:spPr>
          <a:xfrm>
            <a:off x="5183957" y="987482"/>
            <a:ext cx="6173116" cy="4873881"/>
          </a:xfrm>
        </p:spPr>
        <p:txBody>
          <a:bodyPr/>
          <a:lstStyle>
            <a:lvl1pPr>
              <a:defRPr sz="725"/>
            </a:lvl1pPr>
            <a:lvl2pPr>
              <a:defRPr sz="634"/>
            </a:lvl2pPr>
            <a:lvl3pPr>
              <a:defRPr sz="544"/>
            </a:lvl3pPr>
            <a:lvl4pPr>
              <a:defRPr sz="453"/>
            </a:lvl4pPr>
            <a:lvl5pPr>
              <a:defRPr sz="453"/>
            </a:lvl5pPr>
            <a:lvl6pPr>
              <a:defRPr sz="453"/>
            </a:lvl6pPr>
            <a:lvl7pPr>
              <a:defRPr sz="453"/>
            </a:lvl7pPr>
            <a:lvl8pPr>
              <a:defRPr sz="453"/>
            </a:lvl8pPr>
            <a:lvl9pPr>
              <a:defRPr sz="4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BF027B2B-8639-5105-790A-F476BDF0FC09}"/>
              </a:ext>
            </a:extLst>
          </p:cNvPr>
          <p:cNvSpPr>
            <a:spLocks noGrp="1"/>
          </p:cNvSpPr>
          <p:nvPr>
            <p:ph type="body" sz="half" idx="2"/>
          </p:nvPr>
        </p:nvSpPr>
        <p:spPr>
          <a:xfrm>
            <a:off x="839912" y="2057507"/>
            <a:ext cx="3932821" cy="3811786"/>
          </a:xfrm>
        </p:spPr>
        <p:txBody>
          <a:bodyPr/>
          <a:lstStyle>
            <a:lvl1pPr marL="0" indent="0">
              <a:buNone/>
              <a:defRPr sz="362"/>
            </a:lvl1pPr>
            <a:lvl2pPr marL="103556" indent="0">
              <a:buNone/>
              <a:defRPr sz="317"/>
            </a:lvl2pPr>
            <a:lvl3pPr marL="207112" indent="0">
              <a:buNone/>
              <a:defRPr sz="272"/>
            </a:lvl3pPr>
            <a:lvl4pPr marL="310667" indent="0">
              <a:buNone/>
              <a:defRPr sz="227"/>
            </a:lvl4pPr>
            <a:lvl5pPr marL="414223" indent="0">
              <a:buNone/>
              <a:defRPr sz="227"/>
            </a:lvl5pPr>
            <a:lvl6pPr marL="517779" indent="0">
              <a:buNone/>
              <a:defRPr sz="227"/>
            </a:lvl6pPr>
            <a:lvl7pPr marL="621335" indent="0">
              <a:buNone/>
              <a:defRPr sz="227"/>
            </a:lvl7pPr>
            <a:lvl8pPr marL="724891" indent="0">
              <a:buNone/>
              <a:defRPr sz="227"/>
            </a:lvl8pPr>
            <a:lvl9pPr marL="828446" indent="0">
              <a:buNone/>
              <a:defRPr sz="227"/>
            </a:lvl9pPr>
          </a:lstStyle>
          <a:p>
            <a:pPr lvl="0"/>
            <a:r>
              <a:rPr lang="en-US"/>
              <a:t>Click to edit Master text styles</a:t>
            </a:r>
          </a:p>
        </p:txBody>
      </p:sp>
      <p:sp>
        <p:nvSpPr>
          <p:cNvPr id="5" name="Date Placeholder 4">
            <a:extLst>
              <a:ext uri="{FF2B5EF4-FFF2-40B4-BE49-F238E27FC236}">
                <a16:creationId xmlns:a16="http://schemas.microsoft.com/office/drawing/2014/main" id="{59FABB47-450A-6118-7B6C-B3A4A5E161BF}"/>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6" name="Footer Placeholder 5">
            <a:extLst>
              <a:ext uri="{FF2B5EF4-FFF2-40B4-BE49-F238E27FC236}">
                <a16:creationId xmlns:a16="http://schemas.microsoft.com/office/drawing/2014/main" id="{1BB3F534-03C2-3269-E9B2-D88D80B66C47}"/>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550F048F-F242-A318-97D1-358398B85AD6}"/>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667227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A32E7-E7E5-3D9C-997A-BBA64EC83039}"/>
              </a:ext>
            </a:extLst>
          </p:cNvPr>
          <p:cNvSpPr>
            <a:spLocks noGrp="1"/>
          </p:cNvSpPr>
          <p:nvPr>
            <p:ph type="title"/>
          </p:nvPr>
        </p:nvSpPr>
        <p:spPr>
          <a:xfrm>
            <a:off x="839912" y="457225"/>
            <a:ext cx="3932821" cy="1600282"/>
          </a:xfrm>
        </p:spPr>
        <p:txBody>
          <a:bodyPr anchor="b"/>
          <a:lstStyle>
            <a:lvl1pPr>
              <a:defRPr sz="725"/>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3517D155-4099-2947-3E5A-5D96681CD0DA}"/>
              </a:ext>
            </a:extLst>
          </p:cNvPr>
          <p:cNvSpPr>
            <a:spLocks noGrp="1"/>
          </p:cNvSpPr>
          <p:nvPr>
            <p:ph type="pic" idx="1"/>
          </p:nvPr>
        </p:nvSpPr>
        <p:spPr>
          <a:xfrm>
            <a:off x="5183957" y="987482"/>
            <a:ext cx="6173116" cy="4873881"/>
          </a:xfrm>
        </p:spPr>
        <p:txBody>
          <a:bodyPr/>
          <a:lstStyle>
            <a:lvl1pPr marL="0" indent="0">
              <a:buNone/>
              <a:defRPr sz="725"/>
            </a:lvl1pPr>
            <a:lvl2pPr marL="103556" indent="0">
              <a:buNone/>
              <a:defRPr sz="634"/>
            </a:lvl2pPr>
            <a:lvl3pPr marL="207112" indent="0">
              <a:buNone/>
              <a:defRPr sz="544"/>
            </a:lvl3pPr>
            <a:lvl4pPr marL="310667" indent="0">
              <a:buNone/>
              <a:defRPr sz="453"/>
            </a:lvl4pPr>
            <a:lvl5pPr marL="414223" indent="0">
              <a:buNone/>
              <a:defRPr sz="453"/>
            </a:lvl5pPr>
            <a:lvl6pPr marL="517779" indent="0">
              <a:buNone/>
              <a:defRPr sz="453"/>
            </a:lvl6pPr>
            <a:lvl7pPr marL="621335" indent="0">
              <a:buNone/>
              <a:defRPr sz="453"/>
            </a:lvl7pPr>
            <a:lvl8pPr marL="724891" indent="0">
              <a:buNone/>
              <a:defRPr sz="453"/>
            </a:lvl8pPr>
            <a:lvl9pPr marL="828446" indent="0">
              <a:buNone/>
              <a:defRPr sz="453"/>
            </a:lvl9pPr>
          </a:lstStyle>
          <a:p>
            <a:endParaRPr lang="en-ZA"/>
          </a:p>
        </p:txBody>
      </p:sp>
      <p:sp>
        <p:nvSpPr>
          <p:cNvPr id="4" name="Text Placeholder 3">
            <a:extLst>
              <a:ext uri="{FF2B5EF4-FFF2-40B4-BE49-F238E27FC236}">
                <a16:creationId xmlns:a16="http://schemas.microsoft.com/office/drawing/2014/main" id="{F5283B99-314F-44C9-1860-78F8DC1E0ACA}"/>
              </a:ext>
            </a:extLst>
          </p:cNvPr>
          <p:cNvSpPr>
            <a:spLocks noGrp="1"/>
          </p:cNvSpPr>
          <p:nvPr>
            <p:ph type="body" sz="half" idx="2"/>
          </p:nvPr>
        </p:nvSpPr>
        <p:spPr>
          <a:xfrm>
            <a:off x="839912" y="2057507"/>
            <a:ext cx="3932821" cy="3811786"/>
          </a:xfrm>
        </p:spPr>
        <p:txBody>
          <a:bodyPr/>
          <a:lstStyle>
            <a:lvl1pPr marL="0" indent="0">
              <a:buNone/>
              <a:defRPr sz="362"/>
            </a:lvl1pPr>
            <a:lvl2pPr marL="103556" indent="0">
              <a:buNone/>
              <a:defRPr sz="317"/>
            </a:lvl2pPr>
            <a:lvl3pPr marL="207112" indent="0">
              <a:buNone/>
              <a:defRPr sz="272"/>
            </a:lvl3pPr>
            <a:lvl4pPr marL="310667" indent="0">
              <a:buNone/>
              <a:defRPr sz="227"/>
            </a:lvl4pPr>
            <a:lvl5pPr marL="414223" indent="0">
              <a:buNone/>
              <a:defRPr sz="227"/>
            </a:lvl5pPr>
            <a:lvl6pPr marL="517779" indent="0">
              <a:buNone/>
              <a:defRPr sz="227"/>
            </a:lvl6pPr>
            <a:lvl7pPr marL="621335" indent="0">
              <a:buNone/>
              <a:defRPr sz="227"/>
            </a:lvl7pPr>
            <a:lvl8pPr marL="724891" indent="0">
              <a:buNone/>
              <a:defRPr sz="227"/>
            </a:lvl8pPr>
            <a:lvl9pPr marL="828446" indent="0">
              <a:buNone/>
              <a:defRPr sz="227"/>
            </a:lvl9pPr>
          </a:lstStyle>
          <a:p>
            <a:pPr lvl="0"/>
            <a:r>
              <a:rPr lang="en-US"/>
              <a:t>Click to edit Master text styles</a:t>
            </a:r>
          </a:p>
        </p:txBody>
      </p:sp>
      <p:sp>
        <p:nvSpPr>
          <p:cNvPr id="5" name="Date Placeholder 4">
            <a:extLst>
              <a:ext uri="{FF2B5EF4-FFF2-40B4-BE49-F238E27FC236}">
                <a16:creationId xmlns:a16="http://schemas.microsoft.com/office/drawing/2014/main" id="{D05343F5-C857-3385-2ED7-04A5CD861ABB}"/>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6" name="Footer Placeholder 5">
            <a:extLst>
              <a:ext uri="{FF2B5EF4-FFF2-40B4-BE49-F238E27FC236}">
                <a16:creationId xmlns:a16="http://schemas.microsoft.com/office/drawing/2014/main" id="{CCEF1A12-61CC-1B13-7CD5-99243191E511}"/>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1FC0E4B9-69A0-6DE4-9C11-76E6543AA9D5}"/>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2791230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881E-B17E-0B91-CDCA-54DC9C25C0D3}"/>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6DFC6FA7-ED84-4858-57E1-E439526D02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F6B9CF17-5BBB-237C-F008-FD8852C7091C}"/>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5" name="Footer Placeholder 4">
            <a:extLst>
              <a:ext uri="{FF2B5EF4-FFF2-40B4-BE49-F238E27FC236}">
                <a16:creationId xmlns:a16="http://schemas.microsoft.com/office/drawing/2014/main" id="{AE4ED7B0-C484-6E9C-89E1-DB03F9CD0635}"/>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E7038EE-268A-BEAC-23F7-F53203F78E53}"/>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2152068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19559E-43CC-F8C7-4C25-1E106E92D333}"/>
              </a:ext>
            </a:extLst>
          </p:cNvPr>
          <p:cNvSpPr>
            <a:spLocks noGrp="1"/>
          </p:cNvSpPr>
          <p:nvPr>
            <p:ph type="title" orient="vert"/>
          </p:nvPr>
        </p:nvSpPr>
        <p:spPr>
          <a:xfrm>
            <a:off x="8726197" y="365148"/>
            <a:ext cx="2629291" cy="5812143"/>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15D1957-D3A2-03AC-B728-A4C6A7883DF7}"/>
              </a:ext>
            </a:extLst>
          </p:cNvPr>
          <p:cNvSpPr>
            <a:spLocks noGrp="1"/>
          </p:cNvSpPr>
          <p:nvPr>
            <p:ph type="body" orient="vert" idx="1"/>
          </p:nvPr>
        </p:nvSpPr>
        <p:spPr>
          <a:xfrm>
            <a:off x="838328" y="365148"/>
            <a:ext cx="7735449" cy="58121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A5A806A0-9766-4004-63A1-F991BC935A91}"/>
              </a:ext>
            </a:extLst>
          </p:cNvPr>
          <p:cNvSpPr>
            <a:spLocks noGrp="1"/>
          </p:cNvSpPr>
          <p:nvPr>
            <p:ph type="dt" sz="half" idx="10"/>
          </p:nvPr>
        </p:nvSpPr>
        <p:spPr/>
        <p:txBody>
          <a:bodyPr/>
          <a:lstStyle/>
          <a:p>
            <a:fld id="{7FEC1978-9620-41D2-96F0-33C6A1FABAA5}" type="datetimeFigureOut">
              <a:rPr lang="en-ZA" smtClean="0"/>
              <a:t>2026/10/05</a:t>
            </a:fld>
            <a:endParaRPr lang="en-ZA"/>
          </a:p>
        </p:txBody>
      </p:sp>
      <p:sp>
        <p:nvSpPr>
          <p:cNvPr id="5" name="Footer Placeholder 4">
            <a:extLst>
              <a:ext uri="{FF2B5EF4-FFF2-40B4-BE49-F238E27FC236}">
                <a16:creationId xmlns:a16="http://schemas.microsoft.com/office/drawing/2014/main" id="{5534BA36-5B3B-44DE-A277-E4D681E1A38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C7A62E5-E80B-884A-0CDC-BB4F325D9906}"/>
              </a:ext>
            </a:extLst>
          </p:cNvPr>
          <p:cNvSpPr>
            <a:spLocks noGrp="1"/>
          </p:cNvSpPr>
          <p:nvPr>
            <p:ph type="sldNum" sz="quarter" idx="12"/>
          </p:nvPr>
        </p:nvSpPr>
        <p:spPr/>
        <p:txBody>
          <a:bodyPr/>
          <a:lstStyle/>
          <a:p>
            <a:fld id="{AF85D604-D5AC-49C6-A4A2-BFFEE45F2EB6}" type="slidenum">
              <a:rPr lang="en-ZA" smtClean="0"/>
              <a:t>‹#›</a:t>
            </a:fld>
            <a:endParaRPr lang="en-ZA"/>
          </a:p>
        </p:txBody>
      </p:sp>
    </p:spTree>
    <p:extLst>
      <p:ext uri="{BB962C8B-B14F-4D97-AF65-F5344CB8AC3E}">
        <p14:creationId xmlns:p14="http://schemas.microsoft.com/office/powerpoint/2010/main" val="345209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C35359-7140-632F-1F98-401E85FB5889}"/>
              </a:ext>
            </a:extLst>
          </p:cNvPr>
          <p:cNvSpPr>
            <a:spLocks noGrp="1"/>
          </p:cNvSpPr>
          <p:nvPr>
            <p:ph type="title"/>
          </p:nvPr>
        </p:nvSpPr>
        <p:spPr>
          <a:xfrm>
            <a:off x="838326" y="365147"/>
            <a:ext cx="10517161" cy="1325632"/>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9CE527E0-F1C0-A85A-2926-E88AFFD382F3}"/>
              </a:ext>
            </a:extLst>
          </p:cNvPr>
          <p:cNvSpPr>
            <a:spLocks noGrp="1"/>
          </p:cNvSpPr>
          <p:nvPr>
            <p:ph type="body" idx="1"/>
          </p:nvPr>
        </p:nvSpPr>
        <p:spPr>
          <a:xfrm>
            <a:off x="838326" y="1825720"/>
            <a:ext cx="10517161" cy="435156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83FFC63-5CDA-E911-9DBC-DCCECAFEA704}"/>
              </a:ext>
            </a:extLst>
          </p:cNvPr>
          <p:cNvSpPr>
            <a:spLocks noGrp="1"/>
          </p:cNvSpPr>
          <p:nvPr>
            <p:ph type="dt" sz="half" idx="2"/>
          </p:nvPr>
        </p:nvSpPr>
        <p:spPr>
          <a:xfrm>
            <a:off x="838325" y="6356688"/>
            <a:ext cx="2743608" cy="365145"/>
          </a:xfrm>
          <a:prstGeom prst="rect">
            <a:avLst/>
          </a:prstGeom>
        </p:spPr>
        <p:txBody>
          <a:bodyPr vert="horz" lIns="91440" tIns="45720" rIns="91440" bIns="45720" rtlCol="0" anchor="ctr"/>
          <a:lstStyle>
            <a:lvl1pPr algn="l">
              <a:defRPr sz="272">
                <a:solidFill>
                  <a:schemeClr val="tx1">
                    <a:tint val="82000"/>
                  </a:schemeClr>
                </a:solidFill>
              </a:defRPr>
            </a:lvl1pPr>
          </a:lstStyle>
          <a:p>
            <a:fld id="{7FEC1978-9620-41D2-96F0-33C6A1FABAA5}" type="datetimeFigureOut">
              <a:rPr lang="en-ZA" smtClean="0"/>
              <a:t>2026/10/05</a:t>
            </a:fld>
            <a:endParaRPr lang="en-ZA"/>
          </a:p>
        </p:txBody>
      </p:sp>
      <p:sp>
        <p:nvSpPr>
          <p:cNvPr id="5" name="Footer Placeholder 4">
            <a:extLst>
              <a:ext uri="{FF2B5EF4-FFF2-40B4-BE49-F238E27FC236}">
                <a16:creationId xmlns:a16="http://schemas.microsoft.com/office/drawing/2014/main" id="{54E487A4-C4A7-6DC5-A6B7-75095E3CDAA3}"/>
              </a:ext>
            </a:extLst>
          </p:cNvPr>
          <p:cNvSpPr>
            <a:spLocks noGrp="1"/>
          </p:cNvSpPr>
          <p:nvPr>
            <p:ph type="ftr" sz="quarter" idx="3"/>
          </p:nvPr>
        </p:nvSpPr>
        <p:spPr>
          <a:xfrm>
            <a:off x="4039198" y="6356688"/>
            <a:ext cx="4115412" cy="365145"/>
          </a:xfrm>
          <a:prstGeom prst="rect">
            <a:avLst/>
          </a:prstGeom>
        </p:spPr>
        <p:txBody>
          <a:bodyPr vert="horz" lIns="91440" tIns="45720" rIns="91440" bIns="45720" rtlCol="0" anchor="ctr"/>
          <a:lstStyle>
            <a:lvl1pPr algn="ctr">
              <a:defRPr sz="272">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C5E15997-5A33-3154-5D94-2AFD00CAB9D3}"/>
              </a:ext>
            </a:extLst>
          </p:cNvPr>
          <p:cNvSpPr>
            <a:spLocks noGrp="1"/>
          </p:cNvSpPr>
          <p:nvPr>
            <p:ph type="sldNum" sz="quarter" idx="4"/>
          </p:nvPr>
        </p:nvSpPr>
        <p:spPr>
          <a:xfrm>
            <a:off x="8611878" y="6356688"/>
            <a:ext cx="2743608" cy="365145"/>
          </a:xfrm>
          <a:prstGeom prst="rect">
            <a:avLst/>
          </a:prstGeom>
        </p:spPr>
        <p:txBody>
          <a:bodyPr vert="horz" lIns="91440" tIns="45720" rIns="91440" bIns="45720" rtlCol="0" anchor="ctr"/>
          <a:lstStyle>
            <a:lvl1pPr algn="r">
              <a:defRPr sz="272">
                <a:solidFill>
                  <a:schemeClr val="tx1">
                    <a:tint val="82000"/>
                  </a:schemeClr>
                </a:solidFill>
              </a:defRPr>
            </a:lvl1pPr>
          </a:lstStyle>
          <a:p>
            <a:fld id="{AF85D604-D5AC-49C6-A4A2-BFFEE45F2EB6}" type="slidenum">
              <a:rPr lang="en-ZA" smtClean="0"/>
              <a:t>‹#›</a:t>
            </a:fld>
            <a:endParaRPr lang="en-ZA"/>
          </a:p>
        </p:txBody>
      </p:sp>
    </p:spTree>
    <p:extLst>
      <p:ext uri="{BB962C8B-B14F-4D97-AF65-F5344CB8AC3E}">
        <p14:creationId xmlns:p14="http://schemas.microsoft.com/office/powerpoint/2010/main" val="8860912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hyperlink" Target="mailto:asafla@cs.uct.ac.za" TargetMode="External"/><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388851" y="-330200"/>
          <a:ext cx="0" cy="0"/>
          <a:chOff x="0" y="0"/>
          <a:chExt cx="0" cy="0"/>
        </a:xfrm>
      </p:grpSpPr>
      <p:sp>
        <p:nvSpPr>
          <p:cNvPr id="11" name="Rect 11"/>
          <p:cNvSpPr/>
          <p:nvPr/>
        </p:nvSpPr>
        <p:spPr>
          <a:xfrm>
            <a:off x="0" y="0"/>
            <a:ext cx="21386800" cy="30276800"/>
          </a:xfrm>
          <a:prstGeom prst="rect">
            <a:avLst/>
          </a:prstGeom>
          <a:solidFill>
            <a:srgbClr val="FAF8F4"/>
          </a:solidFill>
          <a:ln>
            <a:noFill/>
          </a:ln>
        </p:spPr>
        <p:txBody>
          <a:bodyPr/>
          <a:lstStyle/>
          <a:p>
            <a:endParaRPr lang="en-US"/>
          </a:p>
        </p:txBody>
      </p:sp>
      <p:sp>
        <p:nvSpPr>
          <p:cNvPr id="951" name="Blur blob 951"/>
          <p:cNvSpPr/>
          <p:nvPr/>
        </p:nvSpPr>
        <p:spPr>
          <a:xfrm rot="-1080000">
            <a:off x="-10160000" y="508000"/>
            <a:ext cx="27940000" cy="5334000"/>
          </a:xfrm>
          <a:prstGeom prst="ellipse">
            <a:avLst/>
          </a:prstGeom>
          <a:gradFill rotWithShape="1">
            <a:gsLst>
              <a:gs pos="0">
                <a:srgbClr val="12857C">
                  <a:alpha val="15000"/>
                </a:srgbClr>
              </a:gs>
              <a:gs pos="60000">
                <a:srgbClr val="12857C">
                  <a:alpha val="11250"/>
                </a:srgbClr>
              </a:gs>
              <a:gs pos="100000">
                <a:srgbClr val="12857C">
                  <a:alpha val="0"/>
                </a:srgbClr>
              </a:gs>
            </a:gsLst>
            <a:path path="circle">
              <a:fillToRect l="50000" t="50000" r="50000" b="50000"/>
            </a:path>
          </a:gradFill>
          <a:ln>
            <a:noFill/>
          </a:ln>
        </p:spPr>
        <p:txBody>
          <a:bodyPr/>
          <a:lstStyle/>
          <a:p>
            <a:endParaRPr lang="en-US"/>
          </a:p>
        </p:txBody>
      </p:sp>
      <p:sp>
        <p:nvSpPr>
          <p:cNvPr id="952" name="Blur blob 952"/>
          <p:cNvSpPr/>
          <p:nvPr/>
        </p:nvSpPr>
        <p:spPr>
          <a:xfrm rot="-1080000">
            <a:off x="3810000" y="4318000"/>
            <a:ext cx="25400000" cy="4572000"/>
          </a:xfrm>
          <a:prstGeom prst="ellipse">
            <a:avLst/>
          </a:prstGeom>
          <a:gradFill rotWithShape="1">
            <a:gsLst>
              <a:gs pos="0">
                <a:srgbClr val="A6C8E8">
                  <a:alpha val="21250"/>
                </a:srgbClr>
              </a:gs>
              <a:gs pos="60000">
                <a:srgbClr val="A6C8E8">
                  <a:alpha val="15938"/>
                </a:srgbClr>
              </a:gs>
              <a:gs pos="100000">
                <a:srgbClr val="A6C8E8">
                  <a:alpha val="0"/>
                </a:srgbClr>
              </a:gs>
            </a:gsLst>
            <a:path path="circle">
              <a:fillToRect l="50000" t="50000" r="50000" b="50000"/>
            </a:path>
          </a:gradFill>
          <a:ln>
            <a:noFill/>
          </a:ln>
        </p:spPr>
        <p:txBody>
          <a:bodyPr/>
          <a:lstStyle/>
          <a:p>
            <a:endParaRPr lang="en-US"/>
          </a:p>
        </p:txBody>
      </p:sp>
      <p:sp>
        <p:nvSpPr>
          <p:cNvPr id="953" name="Blur blob 953"/>
          <p:cNvSpPr/>
          <p:nvPr/>
        </p:nvSpPr>
        <p:spPr>
          <a:xfrm rot="-1320000">
            <a:off x="-12700000" y="12192000"/>
            <a:ext cx="30480000" cy="4826000"/>
          </a:xfrm>
          <a:prstGeom prst="ellipse">
            <a:avLst/>
          </a:prstGeom>
          <a:gradFill rotWithShape="1">
            <a:gsLst>
              <a:gs pos="0">
                <a:srgbClr val="2B6CE6">
                  <a:alpha val="10000"/>
                </a:srgbClr>
              </a:gs>
              <a:gs pos="60000">
                <a:srgbClr val="2B6CE6">
                  <a:alpha val="7500"/>
                </a:srgbClr>
              </a:gs>
              <a:gs pos="100000">
                <a:srgbClr val="2B6CE6">
                  <a:alpha val="0"/>
                </a:srgbClr>
              </a:gs>
            </a:gsLst>
            <a:path path="circle">
              <a:fillToRect l="50000" t="50000" r="50000" b="50000"/>
            </a:path>
          </a:gradFill>
          <a:ln>
            <a:noFill/>
          </a:ln>
        </p:spPr>
        <p:txBody>
          <a:bodyPr/>
          <a:lstStyle/>
          <a:p>
            <a:endParaRPr lang="en-US"/>
          </a:p>
        </p:txBody>
      </p:sp>
      <p:sp>
        <p:nvSpPr>
          <p:cNvPr id="954" name="Blur blob 954"/>
          <p:cNvSpPr/>
          <p:nvPr/>
        </p:nvSpPr>
        <p:spPr>
          <a:xfrm rot="-1320000">
            <a:off x="7620000" y="14351000"/>
            <a:ext cx="22860000" cy="4318000"/>
          </a:xfrm>
          <a:prstGeom prst="ellipse">
            <a:avLst/>
          </a:prstGeom>
          <a:gradFill rotWithShape="1">
            <a:gsLst>
              <a:gs pos="0">
                <a:srgbClr val="12857C">
                  <a:alpha val="12500"/>
                </a:srgbClr>
              </a:gs>
              <a:gs pos="60000">
                <a:srgbClr val="12857C">
                  <a:alpha val="9375"/>
                </a:srgbClr>
              </a:gs>
              <a:gs pos="100000">
                <a:srgbClr val="12857C">
                  <a:alpha val="0"/>
                </a:srgbClr>
              </a:gs>
            </a:gsLst>
            <a:path path="circle">
              <a:fillToRect l="50000" t="50000" r="50000" b="50000"/>
            </a:path>
          </a:gradFill>
          <a:ln>
            <a:noFill/>
          </a:ln>
        </p:spPr>
        <p:txBody>
          <a:bodyPr/>
          <a:lstStyle/>
          <a:p>
            <a:endParaRPr lang="en-US"/>
          </a:p>
        </p:txBody>
      </p:sp>
      <p:sp>
        <p:nvSpPr>
          <p:cNvPr id="955" name="Blur blob 955"/>
          <p:cNvSpPr/>
          <p:nvPr/>
        </p:nvSpPr>
        <p:spPr>
          <a:xfrm rot="-960000">
            <a:off x="-6350000" y="21463000"/>
            <a:ext cx="30480000" cy="5334000"/>
          </a:xfrm>
          <a:prstGeom prst="ellipse">
            <a:avLst/>
          </a:prstGeom>
          <a:gradFill rotWithShape="1">
            <a:gsLst>
              <a:gs pos="0">
                <a:srgbClr val="A6C8E8">
                  <a:alpha val="20000"/>
                </a:srgbClr>
              </a:gs>
              <a:gs pos="60000">
                <a:srgbClr val="A6C8E8">
                  <a:alpha val="15000"/>
                </a:srgbClr>
              </a:gs>
              <a:gs pos="100000">
                <a:srgbClr val="A6C8E8">
                  <a:alpha val="0"/>
                </a:srgbClr>
              </a:gs>
            </a:gsLst>
            <a:path path="circle">
              <a:fillToRect l="50000" t="50000" r="50000" b="50000"/>
            </a:path>
          </a:gradFill>
          <a:ln>
            <a:noFill/>
          </a:ln>
        </p:spPr>
        <p:txBody>
          <a:bodyPr/>
          <a:lstStyle/>
          <a:p>
            <a:endParaRPr lang="en-US"/>
          </a:p>
        </p:txBody>
      </p:sp>
      <p:sp>
        <p:nvSpPr>
          <p:cNvPr id="956" name="Blur blob 956"/>
          <p:cNvSpPr/>
          <p:nvPr/>
        </p:nvSpPr>
        <p:spPr>
          <a:xfrm rot="-960000">
            <a:off x="7620000" y="26162000"/>
            <a:ext cx="20320000" cy="4826000"/>
          </a:xfrm>
          <a:prstGeom prst="ellipse">
            <a:avLst/>
          </a:prstGeom>
          <a:gradFill rotWithShape="1">
            <a:gsLst>
              <a:gs pos="0">
                <a:srgbClr val="2B6CE6">
                  <a:alpha val="11250"/>
                </a:srgbClr>
              </a:gs>
              <a:gs pos="60000">
                <a:srgbClr val="2B6CE6">
                  <a:alpha val="8438"/>
                </a:srgbClr>
              </a:gs>
              <a:gs pos="100000">
                <a:srgbClr val="2B6CE6">
                  <a:alpha val="0"/>
                </a:srgbClr>
              </a:gs>
            </a:gsLst>
            <a:path path="circle">
              <a:fillToRect l="50000" t="50000" r="50000" b="50000"/>
            </a:path>
          </a:gradFill>
          <a:ln>
            <a:noFill/>
          </a:ln>
        </p:spPr>
        <p:txBody>
          <a:bodyPr/>
          <a:lstStyle/>
          <a:p>
            <a:endParaRPr lang="en-US"/>
          </a:p>
        </p:txBody>
      </p:sp>
      <p:sp>
        <p:nvSpPr>
          <p:cNvPr id="957" name="Blur blob 957"/>
          <p:cNvSpPr/>
          <p:nvPr/>
        </p:nvSpPr>
        <p:spPr>
          <a:xfrm rot="-960000">
            <a:off x="-6350000" y="25654000"/>
            <a:ext cx="15240000" cy="4572000"/>
          </a:xfrm>
          <a:prstGeom prst="ellipse">
            <a:avLst/>
          </a:prstGeom>
          <a:gradFill rotWithShape="1">
            <a:gsLst>
              <a:gs pos="0">
                <a:srgbClr val="FFC43C">
                  <a:alpha val="10000"/>
                </a:srgbClr>
              </a:gs>
              <a:gs pos="60000">
                <a:srgbClr val="FFC43C">
                  <a:alpha val="7500"/>
                </a:srgbClr>
              </a:gs>
              <a:gs pos="100000">
                <a:srgbClr val="FFC43C">
                  <a:alpha val="0"/>
                </a:srgbClr>
              </a:gs>
            </a:gsLst>
            <a:path path="circle">
              <a:fillToRect l="50000" t="50000" r="50000" b="50000"/>
            </a:path>
          </a:gradFill>
          <a:ln>
            <a:noFill/>
          </a:ln>
        </p:spPr>
        <p:txBody>
          <a:bodyPr/>
          <a:lstStyle/>
          <a:p>
            <a:endParaRPr lang="en-US"/>
          </a:p>
        </p:txBody>
      </p:sp>
      <p:sp>
        <p:nvSpPr>
          <p:cNvPr id="16" name="Line 16"/>
          <p:cNvSpPr/>
          <p:nvPr/>
        </p:nvSpPr>
        <p:spPr>
          <a:xfrm>
            <a:off x="558800" y="5867400"/>
            <a:ext cx="20269200" cy="1"/>
          </a:xfrm>
          <a:prstGeom prst="line">
            <a:avLst/>
          </a:prstGeom>
          <a:solidFill>
            <a:srgbClr val="000000"/>
          </a:solidFill>
          <a:ln w="38100">
            <a:solidFill>
              <a:srgbClr val="A6C8E8"/>
            </a:solidFill>
          </a:ln>
        </p:spPr>
        <p:txBody>
          <a:bodyPr/>
          <a:lstStyle/>
          <a:p>
            <a:endParaRPr lang="en-US"/>
          </a:p>
        </p:txBody>
      </p:sp>
      <p:sp>
        <p:nvSpPr>
          <p:cNvPr id="17" name="Rect 17"/>
          <p:cNvSpPr/>
          <p:nvPr/>
        </p:nvSpPr>
        <p:spPr>
          <a:xfrm>
            <a:off x="558800" y="6070600"/>
            <a:ext cx="9976658" cy="4038600"/>
          </a:xfrm>
          <a:prstGeom prst="roundRect">
            <a:avLst>
              <a:gd name="adj" fmla="val 7500"/>
            </a:avLst>
          </a:prstGeom>
          <a:solidFill>
            <a:srgbClr val="FFFFFF">
              <a:alpha val="78000"/>
            </a:srgbClr>
          </a:solidFill>
          <a:ln w="25400">
            <a:solidFill>
              <a:srgbClr val="D6E1E0"/>
            </a:solidFill>
          </a:ln>
        </p:spPr>
        <p:txBody>
          <a:bodyPr/>
          <a:lstStyle/>
          <a:p>
            <a:endParaRPr lang="en-US"/>
          </a:p>
        </p:txBody>
      </p:sp>
      <p:sp>
        <p:nvSpPr>
          <p:cNvPr id="18" name="Path 18"/>
          <p:cNvSpPr/>
          <p:nvPr/>
        </p:nvSpPr>
        <p:spPr>
          <a:xfrm>
            <a:off x="558800" y="6070600"/>
            <a:ext cx="9976658" cy="711200"/>
          </a:xfrm>
          <a:custGeom>
            <a:avLst/>
            <a:gdLst/>
            <a:ahLst/>
            <a:cxnLst/>
            <a:rect l="0" t="0" r="r" b="b"/>
            <a:pathLst>
              <a:path w="9626600" h="711200">
                <a:moveTo>
                  <a:pt x="0" y="711200"/>
                </a:moveTo>
                <a:lnTo>
                  <a:pt x="0" y="304800"/>
                </a:lnTo>
                <a:quadBezTo>
                  <a:pt x="0" y="0"/>
                  <a:pt x="304800" y="0"/>
                </a:quadBezTo>
                <a:lnTo>
                  <a:pt x="9321800" y="0"/>
                </a:lnTo>
                <a:quadBezTo>
                  <a:pt x="9626600" y="0"/>
                  <a:pt x="9626600" y="304800"/>
                </a:quadBezTo>
                <a:lnTo>
                  <a:pt x="9626600" y="711200"/>
                </a:lnTo>
                <a:close/>
              </a:path>
            </a:pathLst>
          </a:custGeom>
          <a:solidFill>
            <a:srgbClr val="12857C"/>
          </a:solidFill>
          <a:ln>
            <a:noFill/>
          </a:ln>
        </p:spPr>
        <p:txBody>
          <a:bodyPr/>
          <a:lstStyle/>
          <a:p>
            <a:endParaRPr lang="en-US"/>
          </a:p>
        </p:txBody>
      </p:sp>
      <p:sp>
        <p:nvSpPr>
          <p:cNvPr id="19" name="Rect 19"/>
          <p:cNvSpPr/>
          <p:nvPr/>
        </p:nvSpPr>
        <p:spPr>
          <a:xfrm>
            <a:off x="558800" y="6781800"/>
            <a:ext cx="9976658" cy="76200"/>
          </a:xfrm>
          <a:prstGeom prst="rect">
            <a:avLst/>
          </a:prstGeom>
          <a:solidFill>
            <a:srgbClr val="A6C8E8"/>
          </a:solidFill>
          <a:ln>
            <a:noFill/>
          </a:ln>
        </p:spPr>
        <p:txBody>
          <a:bodyPr/>
          <a:lstStyle/>
          <a:p>
            <a:endParaRPr lang="en-US"/>
          </a:p>
        </p:txBody>
      </p:sp>
      <p:sp>
        <p:nvSpPr>
          <p:cNvPr id="20" name="Rect 20"/>
          <p:cNvSpPr/>
          <p:nvPr/>
        </p:nvSpPr>
        <p:spPr>
          <a:xfrm>
            <a:off x="822036" y="6172200"/>
            <a:ext cx="737062" cy="533400"/>
          </a:xfrm>
          <a:prstGeom prst="roundRect">
            <a:avLst>
              <a:gd name="adj" fmla="val 28571"/>
            </a:avLst>
          </a:prstGeom>
          <a:solidFill>
            <a:srgbClr val="0B2A5B"/>
          </a:solidFill>
          <a:ln>
            <a:noFill/>
          </a:ln>
        </p:spPr>
        <p:txBody>
          <a:bodyPr/>
          <a:lstStyle/>
          <a:p>
            <a:endParaRPr lang="en-US"/>
          </a:p>
        </p:txBody>
      </p:sp>
      <p:sp>
        <p:nvSpPr>
          <p:cNvPr id="21" name="Rect 21"/>
          <p:cNvSpPr/>
          <p:nvPr/>
        </p:nvSpPr>
        <p:spPr>
          <a:xfrm>
            <a:off x="10851342" y="6070600"/>
            <a:ext cx="9976658" cy="4038600"/>
          </a:xfrm>
          <a:prstGeom prst="roundRect">
            <a:avLst>
              <a:gd name="adj" fmla="val 7500"/>
            </a:avLst>
          </a:prstGeom>
          <a:solidFill>
            <a:srgbClr val="FFFFFF">
              <a:alpha val="78000"/>
            </a:srgbClr>
          </a:solidFill>
          <a:ln w="25400">
            <a:solidFill>
              <a:srgbClr val="D6E1E0"/>
            </a:solidFill>
          </a:ln>
        </p:spPr>
        <p:txBody>
          <a:bodyPr/>
          <a:lstStyle/>
          <a:p>
            <a:endParaRPr lang="en-US" dirty="0"/>
          </a:p>
        </p:txBody>
      </p:sp>
      <p:sp>
        <p:nvSpPr>
          <p:cNvPr id="22" name="Path 22"/>
          <p:cNvSpPr/>
          <p:nvPr/>
        </p:nvSpPr>
        <p:spPr>
          <a:xfrm>
            <a:off x="10851342" y="6070600"/>
            <a:ext cx="9976658" cy="711200"/>
          </a:xfrm>
          <a:custGeom>
            <a:avLst/>
            <a:gdLst/>
            <a:ahLst/>
            <a:cxnLst/>
            <a:rect l="0" t="0" r="r" b="b"/>
            <a:pathLst>
              <a:path w="9626600" h="711200">
                <a:moveTo>
                  <a:pt x="0" y="711200"/>
                </a:moveTo>
                <a:lnTo>
                  <a:pt x="0" y="304800"/>
                </a:lnTo>
                <a:quadBezTo>
                  <a:pt x="0" y="0"/>
                  <a:pt x="304800" y="0"/>
                </a:quadBezTo>
                <a:lnTo>
                  <a:pt x="9321800" y="0"/>
                </a:lnTo>
                <a:quadBezTo>
                  <a:pt x="9626600" y="0"/>
                  <a:pt x="9626600" y="304800"/>
                </a:quadBezTo>
                <a:lnTo>
                  <a:pt x="9626600" y="711200"/>
                </a:lnTo>
                <a:close/>
              </a:path>
            </a:pathLst>
          </a:custGeom>
          <a:solidFill>
            <a:srgbClr val="12857C"/>
          </a:solidFill>
          <a:ln>
            <a:noFill/>
          </a:ln>
        </p:spPr>
        <p:txBody>
          <a:bodyPr/>
          <a:lstStyle/>
          <a:p>
            <a:endParaRPr lang="en-US"/>
          </a:p>
        </p:txBody>
      </p:sp>
      <p:sp>
        <p:nvSpPr>
          <p:cNvPr id="23" name="Rect 23"/>
          <p:cNvSpPr/>
          <p:nvPr/>
        </p:nvSpPr>
        <p:spPr>
          <a:xfrm>
            <a:off x="10851342" y="6781800"/>
            <a:ext cx="9976658" cy="76200"/>
          </a:xfrm>
          <a:prstGeom prst="rect">
            <a:avLst/>
          </a:prstGeom>
          <a:solidFill>
            <a:srgbClr val="A6C8E8"/>
          </a:solidFill>
          <a:ln>
            <a:noFill/>
          </a:ln>
        </p:spPr>
        <p:txBody>
          <a:bodyPr/>
          <a:lstStyle/>
          <a:p>
            <a:endParaRPr lang="en-US"/>
          </a:p>
        </p:txBody>
      </p:sp>
      <p:sp>
        <p:nvSpPr>
          <p:cNvPr id="24" name="Rect 24"/>
          <p:cNvSpPr/>
          <p:nvPr/>
        </p:nvSpPr>
        <p:spPr>
          <a:xfrm>
            <a:off x="11114578" y="6172200"/>
            <a:ext cx="737062" cy="533400"/>
          </a:xfrm>
          <a:prstGeom prst="roundRect">
            <a:avLst>
              <a:gd name="adj" fmla="val 28571"/>
            </a:avLst>
          </a:prstGeom>
          <a:solidFill>
            <a:srgbClr val="0B2A5B"/>
          </a:solidFill>
          <a:ln>
            <a:noFill/>
          </a:ln>
        </p:spPr>
        <p:txBody>
          <a:bodyPr/>
          <a:lstStyle/>
          <a:p>
            <a:endParaRPr lang="en-US"/>
          </a:p>
        </p:txBody>
      </p:sp>
      <p:sp>
        <p:nvSpPr>
          <p:cNvPr id="26" name="Rect 26"/>
          <p:cNvSpPr/>
          <p:nvPr/>
        </p:nvSpPr>
        <p:spPr>
          <a:xfrm>
            <a:off x="11167225" y="9321800"/>
            <a:ext cx="2895600" cy="609600"/>
          </a:xfrm>
          <a:prstGeom prst="roundRect">
            <a:avLst>
              <a:gd name="adj" fmla="val 50000"/>
            </a:avLst>
          </a:prstGeom>
          <a:solidFill>
            <a:srgbClr val="0B2A5B"/>
          </a:solidFill>
          <a:ln>
            <a:noFill/>
          </a:ln>
        </p:spPr>
        <p:txBody>
          <a:bodyPr/>
          <a:lstStyle/>
          <a:p>
            <a:endParaRPr lang="en-US"/>
          </a:p>
        </p:txBody>
      </p:sp>
      <p:sp>
        <p:nvSpPr>
          <p:cNvPr id="27" name="BgText 27"/>
          <p:cNvSpPr txBox="1"/>
          <p:nvPr/>
        </p:nvSpPr>
        <p:spPr>
          <a:xfrm>
            <a:off x="11662373" y="9471152"/>
            <a:ext cx="1905305" cy="349250"/>
          </a:xfrm>
          <a:prstGeom prst="rect">
            <a:avLst/>
          </a:prstGeom>
          <a:noFill/>
        </p:spPr>
        <p:txBody>
          <a:bodyPr wrap="none" lIns="0" tIns="0" rIns="0" bIns="0" anchor="t">
            <a:noAutofit/>
          </a:bodyPr>
          <a:lstStyle/>
          <a:p>
            <a:pPr algn="ctr">
              <a:lnSpc>
                <a:spcPct val="100000"/>
              </a:lnSpc>
            </a:pPr>
            <a:r>
              <a:rPr lang="en-US" sz="2200" b="1" dirty="0">
                <a:solidFill>
                  <a:srgbClr val="FFFFFF"/>
                </a:solidFill>
                <a:latin typeface="Arial"/>
                <a:cs typeface="Arial"/>
              </a:rPr>
              <a:t>VISUALISE</a:t>
            </a:r>
          </a:p>
        </p:txBody>
      </p:sp>
      <p:sp>
        <p:nvSpPr>
          <p:cNvPr id="28" name="Rect 28"/>
          <p:cNvSpPr/>
          <p:nvPr/>
        </p:nvSpPr>
        <p:spPr>
          <a:xfrm>
            <a:off x="14273415" y="9321800"/>
            <a:ext cx="2895600" cy="609600"/>
          </a:xfrm>
          <a:prstGeom prst="roundRect">
            <a:avLst>
              <a:gd name="adj" fmla="val 50000"/>
            </a:avLst>
          </a:prstGeom>
          <a:solidFill>
            <a:srgbClr val="12857C"/>
          </a:solidFill>
          <a:ln>
            <a:noFill/>
          </a:ln>
        </p:spPr>
        <p:txBody>
          <a:bodyPr/>
          <a:lstStyle/>
          <a:p>
            <a:endParaRPr lang="en-US"/>
          </a:p>
        </p:txBody>
      </p:sp>
      <p:sp>
        <p:nvSpPr>
          <p:cNvPr id="29" name="BgText 29"/>
          <p:cNvSpPr txBox="1"/>
          <p:nvPr/>
        </p:nvSpPr>
        <p:spPr>
          <a:xfrm>
            <a:off x="14858326" y="9471152"/>
            <a:ext cx="1725778" cy="349250"/>
          </a:xfrm>
          <a:prstGeom prst="rect">
            <a:avLst/>
          </a:prstGeom>
          <a:noFill/>
        </p:spPr>
        <p:txBody>
          <a:bodyPr wrap="none" lIns="0" tIns="0" rIns="0" bIns="0" anchor="t">
            <a:noAutofit/>
          </a:bodyPr>
          <a:lstStyle/>
          <a:p>
            <a:pPr algn="ctr">
              <a:lnSpc>
                <a:spcPct val="100000"/>
              </a:lnSpc>
            </a:pPr>
            <a:r>
              <a:rPr lang="en-US" sz="2200" b="1" dirty="0">
                <a:solidFill>
                  <a:srgbClr val="FFFFFF"/>
                </a:solidFill>
                <a:latin typeface="Arial"/>
                <a:cs typeface="Arial"/>
              </a:rPr>
              <a:t>FEEDBACK</a:t>
            </a:r>
          </a:p>
        </p:txBody>
      </p:sp>
      <p:sp>
        <p:nvSpPr>
          <p:cNvPr id="30" name="Rect 30"/>
          <p:cNvSpPr/>
          <p:nvPr/>
        </p:nvSpPr>
        <p:spPr>
          <a:xfrm>
            <a:off x="17379604" y="9321800"/>
            <a:ext cx="2895600" cy="609600"/>
          </a:xfrm>
          <a:prstGeom prst="roundRect">
            <a:avLst>
              <a:gd name="adj" fmla="val 50000"/>
            </a:avLst>
          </a:prstGeom>
          <a:solidFill>
            <a:srgbClr val="2563EB"/>
          </a:solidFill>
          <a:ln>
            <a:noFill/>
          </a:ln>
        </p:spPr>
        <p:txBody>
          <a:bodyPr/>
          <a:lstStyle/>
          <a:p>
            <a:endParaRPr lang="en-US"/>
          </a:p>
        </p:txBody>
      </p:sp>
      <p:sp>
        <p:nvSpPr>
          <p:cNvPr id="31" name="BgText 31"/>
          <p:cNvSpPr txBox="1"/>
          <p:nvPr/>
        </p:nvSpPr>
        <p:spPr>
          <a:xfrm>
            <a:off x="17964515" y="9471152"/>
            <a:ext cx="1725778" cy="349250"/>
          </a:xfrm>
          <a:prstGeom prst="rect">
            <a:avLst/>
          </a:prstGeom>
          <a:noFill/>
        </p:spPr>
        <p:txBody>
          <a:bodyPr wrap="none" lIns="0" tIns="0" rIns="0" bIns="0" anchor="t">
            <a:noAutofit/>
          </a:bodyPr>
          <a:lstStyle/>
          <a:p>
            <a:pPr algn="ctr">
              <a:lnSpc>
                <a:spcPct val="100000"/>
              </a:lnSpc>
            </a:pPr>
            <a:r>
              <a:rPr lang="en-US" sz="2200" b="1" dirty="0">
                <a:solidFill>
                  <a:srgbClr val="FFFFFF"/>
                </a:solidFill>
                <a:latin typeface="Arial"/>
                <a:cs typeface="Arial"/>
              </a:rPr>
              <a:t>LOCALISE</a:t>
            </a:r>
          </a:p>
        </p:txBody>
      </p:sp>
      <p:sp>
        <p:nvSpPr>
          <p:cNvPr id="32" name="Rect 32"/>
          <p:cNvSpPr/>
          <p:nvPr/>
        </p:nvSpPr>
        <p:spPr>
          <a:xfrm>
            <a:off x="558800" y="10312400"/>
            <a:ext cx="20269200" cy="5918200"/>
          </a:xfrm>
          <a:prstGeom prst="roundRect">
            <a:avLst>
              <a:gd name="adj" fmla="val 6122"/>
            </a:avLst>
          </a:prstGeom>
          <a:solidFill>
            <a:srgbClr val="FFFFFF">
              <a:alpha val="78000"/>
            </a:srgbClr>
          </a:solidFill>
          <a:ln w="25400">
            <a:solidFill>
              <a:srgbClr val="D6E1E0"/>
            </a:solidFill>
          </a:ln>
        </p:spPr>
        <p:txBody>
          <a:bodyPr/>
          <a:lstStyle/>
          <a:p>
            <a:endParaRPr lang="en-US"/>
          </a:p>
        </p:txBody>
      </p:sp>
      <p:sp>
        <p:nvSpPr>
          <p:cNvPr id="33" name="Path 33"/>
          <p:cNvSpPr/>
          <p:nvPr/>
        </p:nvSpPr>
        <p:spPr>
          <a:xfrm>
            <a:off x="558800" y="10312400"/>
            <a:ext cx="20269200" cy="711200"/>
          </a:xfrm>
          <a:custGeom>
            <a:avLst/>
            <a:gdLst/>
            <a:ahLst/>
            <a:cxnLst/>
            <a:rect l="0" t="0" r="r" b="b"/>
            <a:pathLst>
              <a:path w="19558000" h="711200">
                <a:moveTo>
                  <a:pt x="0" y="711200"/>
                </a:moveTo>
                <a:lnTo>
                  <a:pt x="0" y="304800"/>
                </a:lnTo>
                <a:quadBezTo>
                  <a:pt x="0" y="0"/>
                  <a:pt x="304800" y="0"/>
                </a:quadBezTo>
                <a:lnTo>
                  <a:pt x="19253200" y="0"/>
                </a:lnTo>
                <a:quadBezTo>
                  <a:pt x="19558000" y="0"/>
                  <a:pt x="19558000" y="304800"/>
                </a:quadBezTo>
                <a:lnTo>
                  <a:pt x="19558000" y="711200"/>
                </a:lnTo>
                <a:close/>
              </a:path>
            </a:pathLst>
          </a:custGeom>
          <a:solidFill>
            <a:srgbClr val="12857C"/>
          </a:solidFill>
          <a:ln>
            <a:noFill/>
          </a:ln>
        </p:spPr>
        <p:txBody>
          <a:bodyPr/>
          <a:lstStyle/>
          <a:p>
            <a:endParaRPr lang="en-US"/>
          </a:p>
        </p:txBody>
      </p:sp>
      <p:sp>
        <p:nvSpPr>
          <p:cNvPr id="34" name="Rect 34"/>
          <p:cNvSpPr/>
          <p:nvPr/>
        </p:nvSpPr>
        <p:spPr>
          <a:xfrm>
            <a:off x="558800" y="11023600"/>
            <a:ext cx="20269200" cy="76200"/>
          </a:xfrm>
          <a:prstGeom prst="rect">
            <a:avLst/>
          </a:prstGeom>
          <a:solidFill>
            <a:srgbClr val="A6C8E8"/>
          </a:solidFill>
          <a:ln>
            <a:noFill/>
          </a:ln>
        </p:spPr>
        <p:txBody>
          <a:bodyPr/>
          <a:lstStyle/>
          <a:p>
            <a:endParaRPr lang="en-US"/>
          </a:p>
        </p:txBody>
      </p:sp>
      <p:sp>
        <p:nvSpPr>
          <p:cNvPr id="35" name="Rect 35"/>
          <p:cNvSpPr/>
          <p:nvPr/>
        </p:nvSpPr>
        <p:spPr>
          <a:xfrm>
            <a:off x="822036" y="10414000"/>
            <a:ext cx="737062" cy="533400"/>
          </a:xfrm>
          <a:prstGeom prst="roundRect">
            <a:avLst>
              <a:gd name="adj" fmla="val 28571"/>
            </a:avLst>
          </a:prstGeom>
          <a:solidFill>
            <a:srgbClr val="0B2A5B"/>
          </a:solidFill>
          <a:ln>
            <a:noFill/>
          </a:ln>
        </p:spPr>
        <p:txBody>
          <a:bodyPr/>
          <a:lstStyle/>
          <a:p>
            <a:endParaRPr lang="en-US"/>
          </a:p>
        </p:txBody>
      </p:sp>
      <p:sp>
        <p:nvSpPr>
          <p:cNvPr id="36" name="BgText 36"/>
          <p:cNvSpPr txBox="1"/>
          <p:nvPr/>
        </p:nvSpPr>
        <p:spPr>
          <a:xfrm>
            <a:off x="874684" y="11376152"/>
            <a:ext cx="1187196" cy="349250"/>
          </a:xfrm>
          <a:prstGeom prst="rect">
            <a:avLst/>
          </a:prstGeom>
          <a:noFill/>
        </p:spPr>
        <p:txBody>
          <a:bodyPr wrap="none" lIns="0" tIns="0" rIns="0" bIns="0" anchor="t">
            <a:noAutofit/>
          </a:bodyPr>
          <a:lstStyle/>
          <a:p>
            <a:pPr algn="l">
              <a:lnSpc>
                <a:spcPct val="100000"/>
              </a:lnSpc>
            </a:pPr>
            <a:r>
              <a:rPr lang="en-US" sz="2600" b="1" dirty="0">
                <a:solidFill>
                  <a:srgbClr val="102C30"/>
                </a:solidFill>
                <a:latin typeface="Arial"/>
                <a:cs typeface="Arial"/>
              </a:rPr>
              <a:t>Index</a:t>
            </a:r>
          </a:p>
        </p:txBody>
      </p:sp>
      <p:sp>
        <p:nvSpPr>
          <p:cNvPr id="37" name="BgText 37"/>
          <p:cNvSpPr txBox="1"/>
          <p:nvPr/>
        </p:nvSpPr>
        <p:spPr>
          <a:xfrm>
            <a:off x="874684" y="12214352"/>
            <a:ext cx="1007669" cy="349250"/>
          </a:xfrm>
          <a:prstGeom prst="rect">
            <a:avLst/>
          </a:prstGeom>
          <a:noFill/>
        </p:spPr>
        <p:txBody>
          <a:bodyPr wrap="none" lIns="0" tIns="0" rIns="0" bIns="0" anchor="t">
            <a:noAutofit/>
          </a:bodyPr>
          <a:lstStyle/>
          <a:p>
            <a:pPr algn="l">
              <a:lnSpc>
                <a:spcPct val="100000"/>
              </a:lnSpc>
            </a:pPr>
            <a:r>
              <a:rPr lang="en-US" sz="2600" b="1" dirty="0">
                <a:solidFill>
                  <a:srgbClr val="102C30"/>
                </a:solidFill>
                <a:latin typeface="Arial"/>
                <a:cs typeface="Arial"/>
              </a:rPr>
              <a:t>Char</a:t>
            </a:r>
          </a:p>
        </p:txBody>
      </p:sp>
      <p:sp>
        <p:nvSpPr>
          <p:cNvPr id="38" name="BgText 38"/>
          <p:cNvSpPr txBox="1"/>
          <p:nvPr/>
        </p:nvSpPr>
        <p:spPr>
          <a:xfrm>
            <a:off x="2309322"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0</a:t>
            </a:r>
          </a:p>
        </p:txBody>
      </p:sp>
      <p:sp>
        <p:nvSpPr>
          <p:cNvPr id="39" name="BgText 39"/>
          <p:cNvSpPr txBox="1"/>
          <p:nvPr/>
        </p:nvSpPr>
        <p:spPr>
          <a:xfrm>
            <a:off x="2246935" y="11600688"/>
            <a:ext cx="677570"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-13</a:t>
            </a:r>
          </a:p>
        </p:txBody>
      </p:sp>
      <p:sp>
        <p:nvSpPr>
          <p:cNvPr id="40" name="Rect 40"/>
          <p:cNvSpPr/>
          <p:nvPr/>
        </p:nvSpPr>
        <p:spPr>
          <a:xfrm>
            <a:off x="2138218" y="11938000"/>
            <a:ext cx="895004" cy="812800"/>
          </a:xfrm>
          <a:prstGeom prst="roundRect">
            <a:avLst>
              <a:gd name="adj" fmla="val 18750"/>
            </a:avLst>
          </a:prstGeom>
          <a:solidFill>
            <a:srgbClr val="FFFFFF"/>
          </a:solidFill>
          <a:ln w="25400">
            <a:solidFill>
              <a:srgbClr val="CFD9D8"/>
            </a:solidFill>
          </a:ln>
        </p:spPr>
        <p:txBody>
          <a:bodyPr/>
          <a:lstStyle/>
          <a:p>
            <a:endParaRPr lang="en-US"/>
          </a:p>
        </p:txBody>
      </p:sp>
      <p:sp>
        <p:nvSpPr>
          <p:cNvPr id="41" name="BgText 41"/>
          <p:cNvSpPr txBox="1"/>
          <p:nvPr/>
        </p:nvSpPr>
        <p:spPr>
          <a:xfrm>
            <a:off x="2217189"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02C30"/>
                </a:solidFill>
                <a:latin typeface="Consolas"/>
                <a:cs typeface="Consolas"/>
              </a:rPr>
              <a:t>H</a:t>
            </a:r>
          </a:p>
        </p:txBody>
      </p:sp>
      <p:sp>
        <p:nvSpPr>
          <p:cNvPr id="42" name="BgText 42"/>
          <p:cNvSpPr txBox="1"/>
          <p:nvPr/>
        </p:nvSpPr>
        <p:spPr>
          <a:xfrm>
            <a:off x="3283296"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1</a:t>
            </a:r>
          </a:p>
        </p:txBody>
      </p:sp>
      <p:sp>
        <p:nvSpPr>
          <p:cNvPr id="43" name="BgText 43"/>
          <p:cNvSpPr txBox="1"/>
          <p:nvPr/>
        </p:nvSpPr>
        <p:spPr>
          <a:xfrm>
            <a:off x="3220909" y="11600688"/>
            <a:ext cx="677570"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-12</a:t>
            </a:r>
          </a:p>
        </p:txBody>
      </p:sp>
      <p:sp>
        <p:nvSpPr>
          <p:cNvPr id="44" name="Rect 44"/>
          <p:cNvSpPr/>
          <p:nvPr/>
        </p:nvSpPr>
        <p:spPr>
          <a:xfrm>
            <a:off x="3112193" y="11938000"/>
            <a:ext cx="895004" cy="812800"/>
          </a:xfrm>
          <a:prstGeom prst="roundRect">
            <a:avLst>
              <a:gd name="adj" fmla="val 18750"/>
            </a:avLst>
          </a:prstGeom>
          <a:solidFill>
            <a:srgbClr val="E3F3F1"/>
          </a:solidFill>
          <a:ln w="38100">
            <a:solidFill>
              <a:srgbClr val="12857C"/>
            </a:solidFill>
          </a:ln>
        </p:spPr>
        <p:txBody>
          <a:bodyPr/>
          <a:lstStyle/>
          <a:p>
            <a:endParaRPr lang="en-US"/>
          </a:p>
        </p:txBody>
      </p:sp>
      <p:sp>
        <p:nvSpPr>
          <p:cNvPr id="45" name="BgText 45"/>
          <p:cNvSpPr txBox="1"/>
          <p:nvPr/>
        </p:nvSpPr>
        <p:spPr>
          <a:xfrm>
            <a:off x="3191164"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2857C"/>
                </a:solidFill>
                <a:latin typeface="Consolas"/>
                <a:cs typeface="Consolas"/>
              </a:rPr>
              <a:t>e</a:t>
            </a:r>
          </a:p>
        </p:txBody>
      </p:sp>
      <p:sp>
        <p:nvSpPr>
          <p:cNvPr id="46" name="BgText 46"/>
          <p:cNvSpPr txBox="1"/>
          <p:nvPr/>
        </p:nvSpPr>
        <p:spPr>
          <a:xfrm>
            <a:off x="4257271"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2</a:t>
            </a:r>
          </a:p>
        </p:txBody>
      </p:sp>
      <p:sp>
        <p:nvSpPr>
          <p:cNvPr id="47" name="BgText 47"/>
          <p:cNvSpPr txBox="1"/>
          <p:nvPr/>
        </p:nvSpPr>
        <p:spPr>
          <a:xfrm>
            <a:off x="4194884" y="11600688"/>
            <a:ext cx="677570"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-11</a:t>
            </a:r>
          </a:p>
        </p:txBody>
      </p:sp>
      <p:sp>
        <p:nvSpPr>
          <p:cNvPr id="48" name="Rect 48"/>
          <p:cNvSpPr/>
          <p:nvPr/>
        </p:nvSpPr>
        <p:spPr>
          <a:xfrm>
            <a:off x="4086167" y="11938000"/>
            <a:ext cx="895004" cy="812800"/>
          </a:xfrm>
          <a:prstGeom prst="roundRect">
            <a:avLst>
              <a:gd name="adj" fmla="val 18750"/>
            </a:avLst>
          </a:prstGeom>
          <a:solidFill>
            <a:srgbClr val="E3F3F1"/>
          </a:solidFill>
          <a:ln w="38100">
            <a:solidFill>
              <a:srgbClr val="12857C"/>
            </a:solidFill>
          </a:ln>
        </p:spPr>
        <p:txBody>
          <a:bodyPr/>
          <a:lstStyle/>
          <a:p>
            <a:endParaRPr lang="en-US"/>
          </a:p>
        </p:txBody>
      </p:sp>
      <p:sp>
        <p:nvSpPr>
          <p:cNvPr id="49" name="BgText 49"/>
          <p:cNvSpPr txBox="1"/>
          <p:nvPr/>
        </p:nvSpPr>
        <p:spPr>
          <a:xfrm>
            <a:off x="4165138"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2857C"/>
                </a:solidFill>
                <a:latin typeface="Consolas"/>
                <a:cs typeface="Consolas"/>
              </a:rPr>
              <a:t>l</a:t>
            </a:r>
          </a:p>
        </p:txBody>
      </p:sp>
      <p:sp>
        <p:nvSpPr>
          <p:cNvPr id="50" name="BgText 50"/>
          <p:cNvSpPr txBox="1"/>
          <p:nvPr/>
        </p:nvSpPr>
        <p:spPr>
          <a:xfrm>
            <a:off x="5231245"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3</a:t>
            </a:r>
          </a:p>
        </p:txBody>
      </p:sp>
      <p:sp>
        <p:nvSpPr>
          <p:cNvPr id="51" name="BgText 51"/>
          <p:cNvSpPr txBox="1"/>
          <p:nvPr/>
        </p:nvSpPr>
        <p:spPr>
          <a:xfrm>
            <a:off x="5168858" y="11600688"/>
            <a:ext cx="677570"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-10</a:t>
            </a:r>
          </a:p>
        </p:txBody>
      </p:sp>
      <p:sp>
        <p:nvSpPr>
          <p:cNvPr id="52" name="Rect 52"/>
          <p:cNvSpPr/>
          <p:nvPr/>
        </p:nvSpPr>
        <p:spPr>
          <a:xfrm>
            <a:off x="5060142" y="11938000"/>
            <a:ext cx="895004" cy="812800"/>
          </a:xfrm>
          <a:prstGeom prst="roundRect">
            <a:avLst>
              <a:gd name="adj" fmla="val 18750"/>
            </a:avLst>
          </a:prstGeom>
          <a:solidFill>
            <a:srgbClr val="E3F3F1"/>
          </a:solidFill>
          <a:ln w="38100">
            <a:solidFill>
              <a:srgbClr val="12857C"/>
            </a:solidFill>
          </a:ln>
        </p:spPr>
        <p:txBody>
          <a:bodyPr/>
          <a:lstStyle/>
          <a:p>
            <a:endParaRPr lang="en-US"/>
          </a:p>
        </p:txBody>
      </p:sp>
      <p:sp>
        <p:nvSpPr>
          <p:cNvPr id="53" name="BgText 53"/>
          <p:cNvSpPr txBox="1"/>
          <p:nvPr/>
        </p:nvSpPr>
        <p:spPr>
          <a:xfrm>
            <a:off x="5139113"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2857C"/>
                </a:solidFill>
                <a:latin typeface="Consolas"/>
                <a:cs typeface="Consolas"/>
              </a:rPr>
              <a:t>l</a:t>
            </a:r>
          </a:p>
        </p:txBody>
      </p:sp>
      <p:sp>
        <p:nvSpPr>
          <p:cNvPr id="54" name="BgText 54"/>
          <p:cNvSpPr txBox="1"/>
          <p:nvPr/>
        </p:nvSpPr>
        <p:spPr>
          <a:xfrm>
            <a:off x="6205220"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4</a:t>
            </a:r>
          </a:p>
        </p:txBody>
      </p:sp>
      <p:sp>
        <p:nvSpPr>
          <p:cNvPr id="55" name="BgText 55"/>
          <p:cNvSpPr txBox="1"/>
          <p:nvPr/>
        </p:nvSpPr>
        <p:spPr>
          <a:xfrm>
            <a:off x="6216276"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-9</a:t>
            </a:r>
          </a:p>
        </p:txBody>
      </p:sp>
      <p:sp>
        <p:nvSpPr>
          <p:cNvPr id="56" name="Rect 56"/>
          <p:cNvSpPr/>
          <p:nvPr/>
        </p:nvSpPr>
        <p:spPr>
          <a:xfrm>
            <a:off x="6034116" y="11938000"/>
            <a:ext cx="895004" cy="812800"/>
          </a:xfrm>
          <a:prstGeom prst="roundRect">
            <a:avLst>
              <a:gd name="adj" fmla="val 18750"/>
            </a:avLst>
          </a:prstGeom>
          <a:solidFill>
            <a:srgbClr val="E3F3F1"/>
          </a:solidFill>
          <a:ln w="38100">
            <a:solidFill>
              <a:srgbClr val="12857C"/>
            </a:solidFill>
          </a:ln>
        </p:spPr>
        <p:txBody>
          <a:bodyPr/>
          <a:lstStyle/>
          <a:p>
            <a:endParaRPr lang="en-US"/>
          </a:p>
        </p:txBody>
      </p:sp>
      <p:sp>
        <p:nvSpPr>
          <p:cNvPr id="57" name="BgText 57"/>
          <p:cNvSpPr txBox="1"/>
          <p:nvPr/>
        </p:nvSpPr>
        <p:spPr>
          <a:xfrm>
            <a:off x="6113087"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2857C"/>
                </a:solidFill>
                <a:latin typeface="Consolas"/>
                <a:cs typeface="Consolas"/>
              </a:rPr>
              <a:t>o</a:t>
            </a:r>
          </a:p>
        </p:txBody>
      </p:sp>
      <p:sp>
        <p:nvSpPr>
          <p:cNvPr id="58" name="BgText 58"/>
          <p:cNvSpPr txBox="1"/>
          <p:nvPr/>
        </p:nvSpPr>
        <p:spPr>
          <a:xfrm>
            <a:off x="7179195"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5</a:t>
            </a:r>
          </a:p>
        </p:txBody>
      </p:sp>
      <p:sp>
        <p:nvSpPr>
          <p:cNvPr id="59" name="BgText 59"/>
          <p:cNvSpPr txBox="1"/>
          <p:nvPr/>
        </p:nvSpPr>
        <p:spPr>
          <a:xfrm>
            <a:off x="7190250"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-8</a:t>
            </a:r>
          </a:p>
        </p:txBody>
      </p:sp>
      <p:sp>
        <p:nvSpPr>
          <p:cNvPr id="60" name="Rect 60"/>
          <p:cNvSpPr/>
          <p:nvPr/>
        </p:nvSpPr>
        <p:spPr>
          <a:xfrm>
            <a:off x="7008091" y="11938000"/>
            <a:ext cx="895004" cy="812800"/>
          </a:xfrm>
          <a:prstGeom prst="roundRect">
            <a:avLst>
              <a:gd name="adj" fmla="val 18750"/>
            </a:avLst>
          </a:prstGeom>
          <a:solidFill>
            <a:srgbClr val="FFFFFF"/>
          </a:solidFill>
          <a:ln w="38100">
            <a:solidFill>
              <a:srgbClr val="0B2A5B"/>
            </a:solidFill>
            <a:prstDash val="dash"/>
          </a:ln>
        </p:spPr>
        <p:txBody>
          <a:bodyPr/>
          <a:lstStyle/>
          <a:p>
            <a:endParaRPr lang="en-US"/>
          </a:p>
        </p:txBody>
      </p:sp>
      <p:sp>
        <p:nvSpPr>
          <p:cNvPr id="61" name="BgText 61"/>
          <p:cNvSpPr txBox="1"/>
          <p:nvPr/>
        </p:nvSpPr>
        <p:spPr>
          <a:xfrm>
            <a:off x="7087062"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02C30"/>
                </a:solidFill>
                <a:latin typeface="Consolas"/>
                <a:cs typeface="Consolas"/>
              </a:rPr>
              <a:t>,</a:t>
            </a:r>
          </a:p>
        </p:txBody>
      </p:sp>
      <p:sp>
        <p:nvSpPr>
          <p:cNvPr id="62" name="BgText 62"/>
          <p:cNvSpPr txBox="1"/>
          <p:nvPr/>
        </p:nvSpPr>
        <p:spPr>
          <a:xfrm>
            <a:off x="8153169"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6</a:t>
            </a:r>
          </a:p>
        </p:txBody>
      </p:sp>
      <p:sp>
        <p:nvSpPr>
          <p:cNvPr id="63" name="BgText 63"/>
          <p:cNvSpPr txBox="1"/>
          <p:nvPr/>
        </p:nvSpPr>
        <p:spPr>
          <a:xfrm>
            <a:off x="8164225"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-7</a:t>
            </a:r>
          </a:p>
        </p:txBody>
      </p:sp>
      <p:sp>
        <p:nvSpPr>
          <p:cNvPr id="64" name="Rect 64"/>
          <p:cNvSpPr/>
          <p:nvPr/>
        </p:nvSpPr>
        <p:spPr>
          <a:xfrm>
            <a:off x="7982065" y="11938000"/>
            <a:ext cx="895004" cy="812800"/>
          </a:xfrm>
          <a:prstGeom prst="roundRect">
            <a:avLst>
              <a:gd name="adj" fmla="val 18750"/>
            </a:avLst>
          </a:prstGeom>
          <a:solidFill>
            <a:srgbClr val="FFFFFF"/>
          </a:solidFill>
          <a:ln w="25400">
            <a:solidFill>
              <a:srgbClr val="CFD9D8"/>
            </a:solidFill>
          </a:ln>
        </p:spPr>
        <p:txBody>
          <a:bodyPr/>
          <a:lstStyle/>
          <a:p>
            <a:endParaRPr lang="en-US"/>
          </a:p>
        </p:txBody>
      </p:sp>
      <p:sp>
        <p:nvSpPr>
          <p:cNvPr id="65" name="BgText 65"/>
          <p:cNvSpPr txBox="1"/>
          <p:nvPr/>
        </p:nvSpPr>
        <p:spPr>
          <a:xfrm>
            <a:off x="8061036"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9AA9AB"/>
                </a:solidFill>
                <a:latin typeface="Consolas"/>
                <a:cs typeface="Consolas"/>
              </a:rPr>
              <a:t>␣</a:t>
            </a:r>
          </a:p>
        </p:txBody>
      </p:sp>
      <p:sp>
        <p:nvSpPr>
          <p:cNvPr id="66" name="BgText 66"/>
          <p:cNvSpPr txBox="1"/>
          <p:nvPr/>
        </p:nvSpPr>
        <p:spPr>
          <a:xfrm>
            <a:off x="9127144"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7</a:t>
            </a:r>
          </a:p>
        </p:txBody>
      </p:sp>
      <p:sp>
        <p:nvSpPr>
          <p:cNvPr id="67" name="BgText 67"/>
          <p:cNvSpPr txBox="1"/>
          <p:nvPr/>
        </p:nvSpPr>
        <p:spPr>
          <a:xfrm>
            <a:off x="9138200"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-6</a:t>
            </a:r>
          </a:p>
        </p:txBody>
      </p:sp>
      <p:sp>
        <p:nvSpPr>
          <p:cNvPr id="68" name="Rect 68"/>
          <p:cNvSpPr/>
          <p:nvPr/>
        </p:nvSpPr>
        <p:spPr>
          <a:xfrm>
            <a:off x="8956040" y="11938000"/>
            <a:ext cx="895004" cy="812800"/>
          </a:xfrm>
          <a:prstGeom prst="roundRect">
            <a:avLst>
              <a:gd name="adj" fmla="val 18750"/>
            </a:avLst>
          </a:prstGeom>
          <a:solidFill>
            <a:srgbClr val="FFFFFF"/>
          </a:solidFill>
          <a:ln w="25400">
            <a:solidFill>
              <a:srgbClr val="CFD9D8"/>
            </a:solidFill>
          </a:ln>
        </p:spPr>
        <p:txBody>
          <a:bodyPr/>
          <a:lstStyle/>
          <a:p>
            <a:endParaRPr lang="en-US"/>
          </a:p>
        </p:txBody>
      </p:sp>
      <p:sp>
        <p:nvSpPr>
          <p:cNvPr id="69" name="BgText 69"/>
          <p:cNvSpPr txBox="1"/>
          <p:nvPr/>
        </p:nvSpPr>
        <p:spPr>
          <a:xfrm>
            <a:off x="9035011"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02C30"/>
                </a:solidFill>
                <a:latin typeface="Consolas"/>
                <a:cs typeface="Consolas"/>
              </a:rPr>
              <a:t>W</a:t>
            </a:r>
          </a:p>
        </p:txBody>
      </p:sp>
      <p:sp>
        <p:nvSpPr>
          <p:cNvPr id="70" name="BgText 70"/>
          <p:cNvSpPr txBox="1"/>
          <p:nvPr/>
        </p:nvSpPr>
        <p:spPr>
          <a:xfrm>
            <a:off x="10101118"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8</a:t>
            </a:r>
          </a:p>
        </p:txBody>
      </p:sp>
      <p:sp>
        <p:nvSpPr>
          <p:cNvPr id="71" name="BgText 71"/>
          <p:cNvSpPr txBox="1"/>
          <p:nvPr/>
        </p:nvSpPr>
        <p:spPr>
          <a:xfrm>
            <a:off x="10112174"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-5</a:t>
            </a:r>
          </a:p>
        </p:txBody>
      </p:sp>
      <p:sp>
        <p:nvSpPr>
          <p:cNvPr id="72" name="Rect 72"/>
          <p:cNvSpPr/>
          <p:nvPr/>
        </p:nvSpPr>
        <p:spPr>
          <a:xfrm>
            <a:off x="9930015" y="11938000"/>
            <a:ext cx="895004" cy="812800"/>
          </a:xfrm>
          <a:prstGeom prst="roundRect">
            <a:avLst>
              <a:gd name="adj" fmla="val 18750"/>
            </a:avLst>
          </a:prstGeom>
          <a:solidFill>
            <a:srgbClr val="FFFFFF"/>
          </a:solidFill>
          <a:ln w="25400">
            <a:solidFill>
              <a:srgbClr val="CFD9D8"/>
            </a:solidFill>
          </a:ln>
        </p:spPr>
        <p:txBody>
          <a:bodyPr/>
          <a:lstStyle/>
          <a:p>
            <a:endParaRPr lang="en-US"/>
          </a:p>
        </p:txBody>
      </p:sp>
      <p:sp>
        <p:nvSpPr>
          <p:cNvPr id="73" name="BgText 73"/>
          <p:cNvSpPr txBox="1"/>
          <p:nvPr/>
        </p:nvSpPr>
        <p:spPr>
          <a:xfrm>
            <a:off x="10008985"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02C30"/>
                </a:solidFill>
                <a:latin typeface="Consolas"/>
                <a:cs typeface="Consolas"/>
              </a:rPr>
              <a:t>o</a:t>
            </a:r>
          </a:p>
        </p:txBody>
      </p:sp>
      <p:sp>
        <p:nvSpPr>
          <p:cNvPr id="74" name="BgText 74"/>
          <p:cNvSpPr txBox="1"/>
          <p:nvPr/>
        </p:nvSpPr>
        <p:spPr>
          <a:xfrm>
            <a:off x="11075093" y="11235436"/>
            <a:ext cx="552796"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9</a:t>
            </a:r>
          </a:p>
        </p:txBody>
      </p:sp>
      <p:sp>
        <p:nvSpPr>
          <p:cNvPr id="75" name="BgText 75"/>
          <p:cNvSpPr txBox="1"/>
          <p:nvPr/>
        </p:nvSpPr>
        <p:spPr>
          <a:xfrm>
            <a:off x="11086149"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-4</a:t>
            </a:r>
          </a:p>
        </p:txBody>
      </p:sp>
      <p:sp>
        <p:nvSpPr>
          <p:cNvPr id="76" name="Rect 76"/>
          <p:cNvSpPr/>
          <p:nvPr/>
        </p:nvSpPr>
        <p:spPr>
          <a:xfrm>
            <a:off x="10903989" y="11938000"/>
            <a:ext cx="895004" cy="812800"/>
          </a:xfrm>
          <a:prstGeom prst="roundRect">
            <a:avLst>
              <a:gd name="adj" fmla="val 18750"/>
            </a:avLst>
          </a:prstGeom>
          <a:solidFill>
            <a:srgbClr val="FFFFFF"/>
          </a:solidFill>
          <a:ln w="25400">
            <a:solidFill>
              <a:srgbClr val="CFD9D8"/>
            </a:solidFill>
          </a:ln>
        </p:spPr>
        <p:txBody>
          <a:bodyPr/>
          <a:lstStyle/>
          <a:p>
            <a:endParaRPr lang="en-US"/>
          </a:p>
        </p:txBody>
      </p:sp>
      <p:sp>
        <p:nvSpPr>
          <p:cNvPr id="77" name="BgText 77"/>
          <p:cNvSpPr txBox="1"/>
          <p:nvPr/>
        </p:nvSpPr>
        <p:spPr>
          <a:xfrm>
            <a:off x="10982960"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02C30"/>
                </a:solidFill>
                <a:latin typeface="Consolas"/>
                <a:cs typeface="Consolas"/>
              </a:rPr>
              <a:t>r</a:t>
            </a:r>
          </a:p>
        </p:txBody>
      </p:sp>
      <p:sp>
        <p:nvSpPr>
          <p:cNvPr id="78" name="BgText 78"/>
          <p:cNvSpPr txBox="1"/>
          <p:nvPr/>
        </p:nvSpPr>
        <p:spPr>
          <a:xfrm>
            <a:off x="12015899" y="11235436"/>
            <a:ext cx="619132"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10</a:t>
            </a:r>
          </a:p>
        </p:txBody>
      </p:sp>
      <p:sp>
        <p:nvSpPr>
          <p:cNvPr id="79" name="BgText 79"/>
          <p:cNvSpPr txBox="1"/>
          <p:nvPr/>
        </p:nvSpPr>
        <p:spPr>
          <a:xfrm>
            <a:off x="12060123"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-3</a:t>
            </a:r>
          </a:p>
        </p:txBody>
      </p:sp>
      <p:sp>
        <p:nvSpPr>
          <p:cNvPr id="80" name="Rect 80"/>
          <p:cNvSpPr/>
          <p:nvPr/>
        </p:nvSpPr>
        <p:spPr>
          <a:xfrm>
            <a:off x="11877964" y="11938000"/>
            <a:ext cx="895004" cy="812800"/>
          </a:xfrm>
          <a:prstGeom prst="roundRect">
            <a:avLst>
              <a:gd name="adj" fmla="val 18750"/>
            </a:avLst>
          </a:prstGeom>
          <a:solidFill>
            <a:srgbClr val="FFFFFF"/>
          </a:solidFill>
          <a:ln w="25400">
            <a:solidFill>
              <a:srgbClr val="CFD9D8"/>
            </a:solidFill>
          </a:ln>
        </p:spPr>
        <p:txBody>
          <a:bodyPr/>
          <a:lstStyle/>
          <a:p>
            <a:endParaRPr lang="en-US"/>
          </a:p>
        </p:txBody>
      </p:sp>
      <p:sp>
        <p:nvSpPr>
          <p:cNvPr id="81" name="BgText 81"/>
          <p:cNvSpPr txBox="1"/>
          <p:nvPr/>
        </p:nvSpPr>
        <p:spPr>
          <a:xfrm>
            <a:off x="11956935"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02C30"/>
                </a:solidFill>
                <a:latin typeface="Consolas"/>
                <a:cs typeface="Consolas"/>
              </a:rPr>
              <a:t>l</a:t>
            </a:r>
          </a:p>
        </p:txBody>
      </p:sp>
      <p:sp>
        <p:nvSpPr>
          <p:cNvPr id="82" name="BgText 82"/>
          <p:cNvSpPr txBox="1"/>
          <p:nvPr/>
        </p:nvSpPr>
        <p:spPr>
          <a:xfrm>
            <a:off x="12989874" y="11235436"/>
            <a:ext cx="619132"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11</a:t>
            </a:r>
          </a:p>
        </p:txBody>
      </p:sp>
      <p:sp>
        <p:nvSpPr>
          <p:cNvPr id="83" name="BgText 83"/>
          <p:cNvSpPr txBox="1"/>
          <p:nvPr/>
        </p:nvSpPr>
        <p:spPr>
          <a:xfrm>
            <a:off x="13034098"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-2</a:t>
            </a:r>
          </a:p>
        </p:txBody>
      </p:sp>
      <p:sp>
        <p:nvSpPr>
          <p:cNvPr id="84" name="Rect 84"/>
          <p:cNvSpPr/>
          <p:nvPr/>
        </p:nvSpPr>
        <p:spPr>
          <a:xfrm>
            <a:off x="12851938" y="11938000"/>
            <a:ext cx="895004" cy="812800"/>
          </a:xfrm>
          <a:prstGeom prst="roundRect">
            <a:avLst>
              <a:gd name="adj" fmla="val 18750"/>
            </a:avLst>
          </a:prstGeom>
          <a:solidFill>
            <a:srgbClr val="FFFFFF"/>
          </a:solidFill>
          <a:ln w="25400">
            <a:solidFill>
              <a:srgbClr val="CFD9D8"/>
            </a:solidFill>
          </a:ln>
        </p:spPr>
        <p:txBody>
          <a:bodyPr/>
          <a:lstStyle/>
          <a:p>
            <a:endParaRPr lang="en-US"/>
          </a:p>
        </p:txBody>
      </p:sp>
      <p:sp>
        <p:nvSpPr>
          <p:cNvPr id="85" name="BgText 85"/>
          <p:cNvSpPr txBox="1"/>
          <p:nvPr/>
        </p:nvSpPr>
        <p:spPr>
          <a:xfrm>
            <a:off x="12930909"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02C30"/>
                </a:solidFill>
                <a:latin typeface="Consolas"/>
                <a:cs typeface="Consolas"/>
              </a:rPr>
              <a:t>d</a:t>
            </a:r>
          </a:p>
        </p:txBody>
      </p:sp>
      <p:sp>
        <p:nvSpPr>
          <p:cNvPr id="86" name="BgText 86"/>
          <p:cNvSpPr txBox="1"/>
          <p:nvPr/>
        </p:nvSpPr>
        <p:spPr>
          <a:xfrm>
            <a:off x="13963849" y="11235436"/>
            <a:ext cx="619132" cy="333375"/>
          </a:xfrm>
          <a:prstGeom prst="rect">
            <a:avLst/>
          </a:prstGeom>
          <a:noFill/>
        </p:spPr>
        <p:txBody>
          <a:bodyPr wrap="none" lIns="0" tIns="0" rIns="0" bIns="0" anchor="t">
            <a:noAutofit/>
          </a:bodyPr>
          <a:lstStyle/>
          <a:p>
            <a:pPr algn="ctr">
              <a:lnSpc>
                <a:spcPct val="100000"/>
              </a:lnSpc>
            </a:pPr>
            <a:r>
              <a:rPr lang="en-US" sz="2500" b="1" dirty="0">
                <a:solidFill>
                  <a:srgbClr val="102C30"/>
                </a:solidFill>
                <a:latin typeface="Arial"/>
                <a:cs typeface="Arial"/>
              </a:rPr>
              <a:t>12</a:t>
            </a:r>
          </a:p>
        </p:txBody>
      </p:sp>
      <p:sp>
        <p:nvSpPr>
          <p:cNvPr id="87" name="BgText 87"/>
          <p:cNvSpPr txBox="1"/>
          <p:nvPr/>
        </p:nvSpPr>
        <p:spPr>
          <a:xfrm>
            <a:off x="14008072" y="11600688"/>
            <a:ext cx="530685" cy="285750"/>
          </a:xfrm>
          <a:prstGeom prst="rect">
            <a:avLst/>
          </a:prstGeom>
          <a:noFill/>
        </p:spPr>
        <p:txBody>
          <a:bodyPr wrap="none" lIns="0" tIns="0" rIns="0" bIns="0" anchor="t">
            <a:noAutofit/>
          </a:bodyPr>
          <a:lstStyle/>
          <a:p>
            <a:pPr algn="ctr">
              <a:lnSpc>
                <a:spcPct val="100000"/>
              </a:lnSpc>
            </a:pPr>
            <a:r>
              <a:rPr lang="en-US" sz="2100" dirty="0">
                <a:solidFill>
                  <a:srgbClr val="405D61"/>
                </a:solidFill>
                <a:latin typeface="Arial"/>
                <a:cs typeface="Arial"/>
              </a:rPr>
              <a:t>-1</a:t>
            </a:r>
          </a:p>
        </p:txBody>
      </p:sp>
      <p:sp>
        <p:nvSpPr>
          <p:cNvPr id="88" name="Rect 88"/>
          <p:cNvSpPr/>
          <p:nvPr/>
        </p:nvSpPr>
        <p:spPr>
          <a:xfrm>
            <a:off x="13825913" y="11938000"/>
            <a:ext cx="895004" cy="812800"/>
          </a:xfrm>
          <a:prstGeom prst="roundRect">
            <a:avLst>
              <a:gd name="adj" fmla="val 18750"/>
            </a:avLst>
          </a:prstGeom>
          <a:solidFill>
            <a:srgbClr val="FFFFFF"/>
          </a:solidFill>
          <a:ln w="25400">
            <a:solidFill>
              <a:srgbClr val="CFD9D8"/>
            </a:solidFill>
          </a:ln>
        </p:spPr>
        <p:txBody>
          <a:bodyPr/>
          <a:lstStyle/>
          <a:p>
            <a:endParaRPr lang="en-US"/>
          </a:p>
        </p:txBody>
      </p:sp>
      <p:sp>
        <p:nvSpPr>
          <p:cNvPr id="89" name="BgText 89"/>
          <p:cNvSpPr txBox="1"/>
          <p:nvPr/>
        </p:nvSpPr>
        <p:spPr>
          <a:xfrm>
            <a:off x="13904884" y="12144248"/>
            <a:ext cx="737062" cy="444500"/>
          </a:xfrm>
          <a:prstGeom prst="rect">
            <a:avLst/>
          </a:prstGeom>
          <a:noFill/>
        </p:spPr>
        <p:txBody>
          <a:bodyPr wrap="none" lIns="0" tIns="0" rIns="0" bIns="0" anchor="t">
            <a:noAutofit/>
          </a:bodyPr>
          <a:lstStyle/>
          <a:p>
            <a:pPr algn="ctr">
              <a:lnSpc>
                <a:spcPct val="100000"/>
              </a:lnSpc>
            </a:pPr>
            <a:r>
              <a:rPr lang="en-US" sz="3100" b="1" dirty="0">
                <a:solidFill>
                  <a:srgbClr val="102C30"/>
                </a:solidFill>
                <a:latin typeface="Consolas"/>
                <a:cs typeface="Consolas"/>
              </a:rPr>
              <a:t>!</a:t>
            </a:r>
          </a:p>
        </p:txBody>
      </p:sp>
      <p:sp>
        <p:nvSpPr>
          <p:cNvPr id="90" name="Path 90"/>
          <p:cNvSpPr/>
          <p:nvPr/>
        </p:nvSpPr>
        <p:spPr>
          <a:xfrm>
            <a:off x="3112193" y="12852400"/>
            <a:ext cx="3816927" cy="152400"/>
          </a:xfrm>
          <a:custGeom>
            <a:avLst/>
            <a:gdLst/>
            <a:ahLst/>
            <a:cxnLst/>
            <a:rect l="0" t="0" r="r" b="b"/>
            <a:pathLst>
              <a:path w="3683000" h="152400" fill="none">
                <a:moveTo>
                  <a:pt x="0" y="0"/>
                </a:moveTo>
                <a:lnTo>
                  <a:pt x="0" y="152400"/>
                </a:lnTo>
                <a:lnTo>
                  <a:pt x="3683000" y="152400"/>
                </a:lnTo>
                <a:lnTo>
                  <a:pt x="3683000" y="0"/>
                </a:lnTo>
              </a:path>
            </a:pathLst>
          </a:custGeom>
          <a:noFill/>
          <a:ln w="63500">
            <a:solidFill>
              <a:srgbClr val="12857C"/>
            </a:solidFill>
          </a:ln>
        </p:spPr>
        <p:txBody>
          <a:bodyPr/>
          <a:lstStyle/>
          <a:p>
            <a:endParaRPr lang="en-US"/>
          </a:p>
        </p:txBody>
      </p:sp>
      <p:sp>
        <p:nvSpPr>
          <p:cNvPr id="91" name="Path 91"/>
          <p:cNvSpPr/>
          <p:nvPr/>
        </p:nvSpPr>
        <p:spPr>
          <a:xfrm>
            <a:off x="3401753" y="13081000"/>
            <a:ext cx="315884" cy="228600"/>
          </a:xfrm>
          <a:custGeom>
            <a:avLst/>
            <a:gdLst/>
            <a:ahLst/>
            <a:cxnLst/>
            <a:rect l="0" t="0" r="r" b="b"/>
            <a:pathLst>
              <a:path w="304800" h="228600">
                <a:moveTo>
                  <a:pt x="152400" y="0"/>
                </a:moveTo>
                <a:lnTo>
                  <a:pt x="0" y="228600"/>
                </a:lnTo>
                <a:lnTo>
                  <a:pt x="304800" y="228600"/>
                </a:lnTo>
                <a:close/>
              </a:path>
            </a:pathLst>
          </a:custGeom>
          <a:solidFill>
            <a:srgbClr val="12857C"/>
          </a:solidFill>
          <a:ln>
            <a:noFill/>
          </a:ln>
        </p:spPr>
        <p:txBody>
          <a:bodyPr/>
          <a:lstStyle/>
          <a:p>
            <a:endParaRPr lang="en-US"/>
          </a:p>
        </p:txBody>
      </p:sp>
      <p:sp>
        <p:nvSpPr>
          <p:cNvPr id="92" name="Path 92"/>
          <p:cNvSpPr/>
          <p:nvPr/>
        </p:nvSpPr>
        <p:spPr>
          <a:xfrm>
            <a:off x="7297651" y="13081000"/>
            <a:ext cx="315884" cy="228600"/>
          </a:xfrm>
          <a:custGeom>
            <a:avLst/>
            <a:gdLst/>
            <a:ahLst/>
            <a:cxnLst/>
            <a:rect l="0" t="0" r="r" b="b"/>
            <a:pathLst>
              <a:path w="304800" h="228600">
                <a:moveTo>
                  <a:pt x="152400" y="0"/>
                </a:moveTo>
                <a:lnTo>
                  <a:pt x="0" y="228600"/>
                </a:lnTo>
                <a:lnTo>
                  <a:pt x="304800" y="228600"/>
                </a:lnTo>
                <a:close/>
              </a:path>
            </a:pathLst>
          </a:custGeom>
          <a:solidFill>
            <a:srgbClr val="0B2A5B"/>
          </a:solidFill>
          <a:ln>
            <a:noFill/>
          </a:ln>
        </p:spPr>
        <p:txBody>
          <a:bodyPr/>
          <a:lstStyle/>
          <a:p>
            <a:endParaRPr lang="en-US"/>
          </a:p>
        </p:txBody>
      </p:sp>
      <p:sp>
        <p:nvSpPr>
          <p:cNvPr id="93" name="BgText 93"/>
          <p:cNvSpPr txBox="1"/>
          <p:nvPr/>
        </p:nvSpPr>
        <p:spPr>
          <a:xfrm>
            <a:off x="2775250" y="13355319"/>
            <a:ext cx="1568889" cy="317500"/>
          </a:xfrm>
          <a:prstGeom prst="rect">
            <a:avLst/>
          </a:prstGeom>
          <a:noFill/>
        </p:spPr>
        <p:txBody>
          <a:bodyPr wrap="none" lIns="0" tIns="0" rIns="0" bIns="0" anchor="t">
            <a:noAutofit/>
          </a:bodyPr>
          <a:lstStyle/>
          <a:p>
            <a:pPr algn="ctr">
              <a:lnSpc>
                <a:spcPct val="100000"/>
              </a:lnSpc>
            </a:pPr>
            <a:r>
              <a:rPr lang="en-US" sz="2400" b="1" dirty="0">
                <a:solidFill>
                  <a:srgbClr val="102C30"/>
                </a:solidFill>
                <a:latin typeface="Arial"/>
                <a:cs typeface="Arial"/>
              </a:rPr>
              <a:t>Start: 1</a:t>
            </a:r>
          </a:p>
        </p:txBody>
      </p:sp>
      <p:sp>
        <p:nvSpPr>
          <p:cNvPr id="94" name="BgText 94"/>
          <p:cNvSpPr txBox="1"/>
          <p:nvPr/>
        </p:nvSpPr>
        <p:spPr>
          <a:xfrm>
            <a:off x="2633366" y="13658088"/>
            <a:ext cx="1852658" cy="285750"/>
          </a:xfrm>
          <a:prstGeom prst="rect">
            <a:avLst/>
          </a:prstGeom>
          <a:noFill/>
        </p:spPr>
        <p:txBody>
          <a:bodyPr wrap="none" lIns="0" tIns="0" rIns="0" bIns="0" anchor="t">
            <a:noAutofit/>
          </a:bodyPr>
          <a:lstStyle/>
          <a:p>
            <a:pPr algn="ctr">
              <a:lnSpc>
                <a:spcPct val="100000"/>
              </a:lnSpc>
            </a:pPr>
            <a:r>
              <a:rPr lang="en-US" sz="2100" b="1" dirty="0">
                <a:solidFill>
                  <a:srgbClr val="12857C"/>
                </a:solidFill>
                <a:latin typeface="Arial"/>
                <a:cs typeface="Arial"/>
              </a:rPr>
              <a:t>(inclusive)</a:t>
            </a:r>
          </a:p>
        </p:txBody>
      </p:sp>
      <p:sp>
        <p:nvSpPr>
          <p:cNvPr id="95" name="BgText 95"/>
          <p:cNvSpPr txBox="1"/>
          <p:nvPr/>
        </p:nvSpPr>
        <p:spPr>
          <a:xfrm>
            <a:off x="6752752" y="13355319"/>
            <a:ext cx="1405682" cy="317500"/>
          </a:xfrm>
          <a:prstGeom prst="rect">
            <a:avLst/>
          </a:prstGeom>
          <a:noFill/>
        </p:spPr>
        <p:txBody>
          <a:bodyPr wrap="none" lIns="0" tIns="0" rIns="0" bIns="0" anchor="t">
            <a:noAutofit/>
          </a:bodyPr>
          <a:lstStyle/>
          <a:p>
            <a:pPr algn="ctr">
              <a:lnSpc>
                <a:spcPct val="100000"/>
              </a:lnSpc>
            </a:pPr>
            <a:r>
              <a:rPr lang="en-US" sz="2400" b="1" dirty="0">
                <a:solidFill>
                  <a:srgbClr val="102C30"/>
                </a:solidFill>
                <a:latin typeface="Arial"/>
                <a:cs typeface="Arial"/>
              </a:rPr>
              <a:t>Stop: 5</a:t>
            </a:r>
          </a:p>
        </p:txBody>
      </p:sp>
      <p:sp>
        <p:nvSpPr>
          <p:cNvPr id="96" name="BgText 96"/>
          <p:cNvSpPr txBox="1"/>
          <p:nvPr/>
        </p:nvSpPr>
        <p:spPr>
          <a:xfrm>
            <a:off x="6529264" y="13658088"/>
            <a:ext cx="1852658" cy="285750"/>
          </a:xfrm>
          <a:prstGeom prst="rect">
            <a:avLst/>
          </a:prstGeom>
          <a:noFill/>
        </p:spPr>
        <p:txBody>
          <a:bodyPr wrap="none" lIns="0" tIns="0" rIns="0" bIns="0" anchor="t">
            <a:noAutofit/>
          </a:bodyPr>
          <a:lstStyle/>
          <a:p>
            <a:pPr algn="ctr">
              <a:lnSpc>
                <a:spcPct val="100000"/>
              </a:lnSpc>
            </a:pPr>
            <a:r>
              <a:rPr lang="en-US" sz="2100" b="1" dirty="0">
                <a:solidFill>
                  <a:srgbClr val="0B2A5B"/>
                </a:solidFill>
                <a:latin typeface="Arial"/>
                <a:cs typeface="Arial"/>
              </a:rPr>
              <a:t>(exclusive)</a:t>
            </a:r>
          </a:p>
        </p:txBody>
      </p:sp>
      <p:sp>
        <p:nvSpPr>
          <p:cNvPr id="102" name="Rect 102"/>
          <p:cNvSpPr/>
          <p:nvPr/>
        </p:nvSpPr>
        <p:spPr>
          <a:xfrm>
            <a:off x="558800" y="16433800"/>
            <a:ext cx="9976658" cy="4648200"/>
          </a:xfrm>
          <a:prstGeom prst="roundRect">
            <a:avLst>
              <a:gd name="adj" fmla="val 5357"/>
            </a:avLst>
          </a:prstGeom>
          <a:solidFill>
            <a:srgbClr val="FFFFFF">
              <a:alpha val="78000"/>
            </a:srgbClr>
          </a:solidFill>
          <a:ln w="25400">
            <a:solidFill>
              <a:srgbClr val="D6E1E0"/>
            </a:solidFill>
          </a:ln>
        </p:spPr>
        <p:txBody>
          <a:bodyPr/>
          <a:lstStyle/>
          <a:p>
            <a:endParaRPr lang="en-US"/>
          </a:p>
        </p:txBody>
      </p:sp>
      <p:sp>
        <p:nvSpPr>
          <p:cNvPr id="103" name="Path 103"/>
          <p:cNvSpPr/>
          <p:nvPr/>
        </p:nvSpPr>
        <p:spPr>
          <a:xfrm>
            <a:off x="558800" y="16433800"/>
            <a:ext cx="9976658" cy="711200"/>
          </a:xfrm>
          <a:custGeom>
            <a:avLst/>
            <a:gdLst/>
            <a:ahLst/>
            <a:cxnLst/>
            <a:rect l="0" t="0" r="r" b="b"/>
            <a:pathLst>
              <a:path w="9626600" h="711200">
                <a:moveTo>
                  <a:pt x="0" y="711200"/>
                </a:moveTo>
                <a:lnTo>
                  <a:pt x="0" y="304800"/>
                </a:lnTo>
                <a:quadBezTo>
                  <a:pt x="0" y="0"/>
                  <a:pt x="304800" y="0"/>
                </a:quadBezTo>
                <a:lnTo>
                  <a:pt x="9321800" y="0"/>
                </a:lnTo>
                <a:quadBezTo>
                  <a:pt x="9626600" y="0"/>
                  <a:pt x="9626600" y="304800"/>
                </a:quadBezTo>
                <a:lnTo>
                  <a:pt x="9626600" y="711200"/>
                </a:lnTo>
                <a:close/>
              </a:path>
            </a:pathLst>
          </a:custGeom>
          <a:solidFill>
            <a:srgbClr val="12857C"/>
          </a:solidFill>
          <a:ln>
            <a:noFill/>
          </a:ln>
        </p:spPr>
        <p:txBody>
          <a:bodyPr/>
          <a:lstStyle/>
          <a:p>
            <a:endParaRPr lang="en-US"/>
          </a:p>
        </p:txBody>
      </p:sp>
      <p:sp>
        <p:nvSpPr>
          <p:cNvPr id="104" name="Rect 104"/>
          <p:cNvSpPr/>
          <p:nvPr/>
        </p:nvSpPr>
        <p:spPr>
          <a:xfrm>
            <a:off x="558800" y="17145000"/>
            <a:ext cx="9976658" cy="76200"/>
          </a:xfrm>
          <a:prstGeom prst="rect">
            <a:avLst/>
          </a:prstGeom>
          <a:solidFill>
            <a:srgbClr val="A6C8E8"/>
          </a:solidFill>
          <a:ln>
            <a:noFill/>
          </a:ln>
        </p:spPr>
        <p:txBody>
          <a:bodyPr/>
          <a:lstStyle/>
          <a:p>
            <a:endParaRPr lang="en-US"/>
          </a:p>
        </p:txBody>
      </p:sp>
      <p:sp>
        <p:nvSpPr>
          <p:cNvPr id="105" name="Rect 105"/>
          <p:cNvSpPr/>
          <p:nvPr/>
        </p:nvSpPr>
        <p:spPr>
          <a:xfrm>
            <a:off x="822036" y="16535400"/>
            <a:ext cx="737062" cy="533400"/>
          </a:xfrm>
          <a:prstGeom prst="roundRect">
            <a:avLst>
              <a:gd name="adj" fmla="val 28571"/>
            </a:avLst>
          </a:prstGeom>
          <a:solidFill>
            <a:srgbClr val="0B2A5B"/>
          </a:solidFill>
          <a:ln>
            <a:noFill/>
          </a:ln>
        </p:spPr>
        <p:txBody>
          <a:bodyPr/>
          <a:lstStyle/>
          <a:p>
            <a:endParaRPr lang="en-US"/>
          </a:p>
        </p:txBody>
      </p:sp>
      <p:sp>
        <p:nvSpPr>
          <p:cNvPr id="106" name="Rect 106"/>
          <p:cNvSpPr/>
          <p:nvPr/>
        </p:nvSpPr>
        <p:spPr>
          <a:xfrm>
            <a:off x="10851342" y="16433800"/>
            <a:ext cx="9976658" cy="4648200"/>
          </a:xfrm>
          <a:prstGeom prst="roundRect">
            <a:avLst>
              <a:gd name="adj" fmla="val 5357"/>
            </a:avLst>
          </a:prstGeom>
          <a:solidFill>
            <a:srgbClr val="FFFFFF">
              <a:alpha val="78000"/>
            </a:srgbClr>
          </a:solidFill>
          <a:ln w="25400">
            <a:solidFill>
              <a:srgbClr val="D6E1E0"/>
            </a:solidFill>
          </a:ln>
        </p:spPr>
        <p:txBody>
          <a:bodyPr/>
          <a:lstStyle/>
          <a:p>
            <a:endParaRPr lang="en-US"/>
          </a:p>
        </p:txBody>
      </p:sp>
      <p:sp>
        <p:nvSpPr>
          <p:cNvPr id="107" name="Path 107"/>
          <p:cNvSpPr/>
          <p:nvPr/>
        </p:nvSpPr>
        <p:spPr>
          <a:xfrm>
            <a:off x="10851342" y="16433800"/>
            <a:ext cx="9976658" cy="711200"/>
          </a:xfrm>
          <a:custGeom>
            <a:avLst/>
            <a:gdLst/>
            <a:ahLst/>
            <a:cxnLst/>
            <a:rect l="0" t="0" r="r" b="b"/>
            <a:pathLst>
              <a:path w="9626600" h="711200">
                <a:moveTo>
                  <a:pt x="0" y="711200"/>
                </a:moveTo>
                <a:lnTo>
                  <a:pt x="0" y="304800"/>
                </a:lnTo>
                <a:quadBezTo>
                  <a:pt x="0" y="0"/>
                  <a:pt x="304800" y="0"/>
                </a:quadBezTo>
                <a:lnTo>
                  <a:pt x="9321800" y="0"/>
                </a:lnTo>
                <a:quadBezTo>
                  <a:pt x="9626600" y="0"/>
                  <a:pt x="9626600" y="304800"/>
                </a:quadBezTo>
                <a:lnTo>
                  <a:pt x="9626600" y="711200"/>
                </a:lnTo>
                <a:close/>
              </a:path>
            </a:pathLst>
          </a:custGeom>
          <a:solidFill>
            <a:srgbClr val="12857C"/>
          </a:solidFill>
          <a:ln>
            <a:noFill/>
          </a:ln>
        </p:spPr>
        <p:txBody>
          <a:bodyPr/>
          <a:lstStyle/>
          <a:p>
            <a:endParaRPr lang="en-US"/>
          </a:p>
        </p:txBody>
      </p:sp>
      <p:sp>
        <p:nvSpPr>
          <p:cNvPr id="108" name="Rect 108"/>
          <p:cNvSpPr/>
          <p:nvPr/>
        </p:nvSpPr>
        <p:spPr>
          <a:xfrm>
            <a:off x="10851342" y="17145000"/>
            <a:ext cx="9976658" cy="76200"/>
          </a:xfrm>
          <a:prstGeom prst="rect">
            <a:avLst/>
          </a:prstGeom>
          <a:solidFill>
            <a:srgbClr val="A6C8E8"/>
          </a:solidFill>
          <a:ln>
            <a:noFill/>
          </a:ln>
        </p:spPr>
        <p:txBody>
          <a:bodyPr/>
          <a:lstStyle/>
          <a:p>
            <a:endParaRPr lang="en-US"/>
          </a:p>
        </p:txBody>
      </p:sp>
      <p:sp>
        <p:nvSpPr>
          <p:cNvPr id="109" name="Rect 109"/>
          <p:cNvSpPr/>
          <p:nvPr/>
        </p:nvSpPr>
        <p:spPr>
          <a:xfrm>
            <a:off x="11114578" y="16535400"/>
            <a:ext cx="737062" cy="533400"/>
          </a:xfrm>
          <a:prstGeom prst="roundRect">
            <a:avLst>
              <a:gd name="adj" fmla="val 28571"/>
            </a:avLst>
          </a:prstGeom>
          <a:solidFill>
            <a:srgbClr val="0B2A5B"/>
          </a:solidFill>
          <a:ln>
            <a:noFill/>
          </a:ln>
        </p:spPr>
        <p:txBody>
          <a:bodyPr/>
          <a:lstStyle/>
          <a:p>
            <a:endParaRPr lang="en-US"/>
          </a:p>
        </p:txBody>
      </p:sp>
      <p:sp>
        <p:nvSpPr>
          <p:cNvPr id="112" name="Rect 112"/>
          <p:cNvSpPr/>
          <p:nvPr/>
        </p:nvSpPr>
        <p:spPr>
          <a:xfrm>
            <a:off x="558800" y="21285200"/>
            <a:ext cx="20269200" cy="5245100"/>
          </a:xfrm>
          <a:prstGeom prst="roundRect">
            <a:avLst>
              <a:gd name="adj" fmla="val 5882"/>
            </a:avLst>
          </a:prstGeom>
          <a:solidFill>
            <a:srgbClr val="FFFFFF">
              <a:alpha val="78000"/>
            </a:srgbClr>
          </a:solidFill>
          <a:ln w="25400">
            <a:solidFill>
              <a:srgbClr val="D6E1E0"/>
            </a:solidFill>
          </a:ln>
        </p:spPr>
        <p:txBody>
          <a:bodyPr/>
          <a:lstStyle/>
          <a:p>
            <a:endParaRPr lang="en-US"/>
          </a:p>
        </p:txBody>
      </p:sp>
      <p:sp>
        <p:nvSpPr>
          <p:cNvPr id="113" name="Path 113"/>
          <p:cNvSpPr/>
          <p:nvPr/>
        </p:nvSpPr>
        <p:spPr>
          <a:xfrm>
            <a:off x="558800" y="21285200"/>
            <a:ext cx="20269200" cy="711200"/>
          </a:xfrm>
          <a:custGeom>
            <a:avLst/>
            <a:gdLst/>
            <a:ahLst/>
            <a:cxnLst/>
            <a:rect l="0" t="0" r="r" b="b"/>
            <a:pathLst>
              <a:path w="19558000" h="711200">
                <a:moveTo>
                  <a:pt x="0" y="711200"/>
                </a:moveTo>
                <a:lnTo>
                  <a:pt x="0" y="304800"/>
                </a:lnTo>
                <a:quadBezTo>
                  <a:pt x="0" y="0"/>
                  <a:pt x="304800" y="0"/>
                </a:quadBezTo>
                <a:lnTo>
                  <a:pt x="19253200" y="0"/>
                </a:lnTo>
                <a:quadBezTo>
                  <a:pt x="19558000" y="0"/>
                  <a:pt x="19558000" y="304800"/>
                </a:quadBezTo>
                <a:lnTo>
                  <a:pt x="19558000" y="711200"/>
                </a:lnTo>
                <a:close/>
              </a:path>
            </a:pathLst>
          </a:custGeom>
          <a:solidFill>
            <a:srgbClr val="12857C"/>
          </a:solidFill>
          <a:ln>
            <a:noFill/>
          </a:ln>
        </p:spPr>
        <p:txBody>
          <a:bodyPr/>
          <a:lstStyle/>
          <a:p>
            <a:endParaRPr lang="en-US"/>
          </a:p>
        </p:txBody>
      </p:sp>
      <p:sp>
        <p:nvSpPr>
          <p:cNvPr id="114" name="Rect 114"/>
          <p:cNvSpPr/>
          <p:nvPr/>
        </p:nvSpPr>
        <p:spPr>
          <a:xfrm>
            <a:off x="558800" y="21996400"/>
            <a:ext cx="20269200" cy="76200"/>
          </a:xfrm>
          <a:prstGeom prst="rect">
            <a:avLst/>
          </a:prstGeom>
          <a:solidFill>
            <a:srgbClr val="A6C8E8"/>
          </a:solidFill>
          <a:ln>
            <a:noFill/>
          </a:ln>
        </p:spPr>
        <p:txBody>
          <a:bodyPr/>
          <a:lstStyle/>
          <a:p>
            <a:endParaRPr lang="en-US"/>
          </a:p>
        </p:txBody>
      </p:sp>
      <p:sp>
        <p:nvSpPr>
          <p:cNvPr id="115" name="Rect 115"/>
          <p:cNvSpPr/>
          <p:nvPr/>
        </p:nvSpPr>
        <p:spPr>
          <a:xfrm>
            <a:off x="822036" y="21386800"/>
            <a:ext cx="737062" cy="533400"/>
          </a:xfrm>
          <a:prstGeom prst="roundRect">
            <a:avLst>
              <a:gd name="adj" fmla="val 28571"/>
            </a:avLst>
          </a:prstGeom>
          <a:solidFill>
            <a:srgbClr val="0B2A5B"/>
          </a:solidFill>
          <a:ln>
            <a:noFill/>
          </a:ln>
        </p:spPr>
        <p:txBody>
          <a:bodyPr/>
          <a:lstStyle/>
          <a:p>
            <a:endParaRPr lang="en-US"/>
          </a:p>
        </p:txBody>
      </p:sp>
      <p:sp>
        <p:nvSpPr>
          <p:cNvPr id="116" name="BgText 116"/>
          <p:cNvSpPr txBox="1"/>
          <p:nvPr/>
        </p:nvSpPr>
        <p:spPr>
          <a:xfrm>
            <a:off x="874684" y="23011384"/>
            <a:ext cx="3253601" cy="381000"/>
          </a:xfrm>
          <a:prstGeom prst="rect">
            <a:avLst/>
          </a:prstGeom>
          <a:noFill/>
        </p:spPr>
        <p:txBody>
          <a:bodyPr wrap="none" lIns="0" tIns="0" rIns="0" bIns="0" anchor="t">
            <a:noAutofit/>
          </a:bodyPr>
          <a:lstStyle/>
          <a:p>
            <a:pPr algn="l">
              <a:lnSpc>
                <a:spcPct val="100000"/>
              </a:lnSpc>
            </a:pPr>
            <a:r>
              <a:rPr lang="en-US" sz="2600" b="1" dirty="0">
                <a:solidFill>
                  <a:srgbClr val="102C30"/>
                </a:solidFill>
                <a:latin typeface="Arial"/>
                <a:cs typeface="Arial"/>
              </a:rPr>
              <a:t>Usability (SUS)</a:t>
            </a:r>
          </a:p>
        </p:txBody>
      </p:sp>
      <p:sp>
        <p:nvSpPr>
          <p:cNvPr id="117" name="Line 117"/>
          <p:cNvSpPr/>
          <p:nvPr/>
        </p:nvSpPr>
        <p:spPr>
          <a:xfrm>
            <a:off x="1559098" y="25985421"/>
            <a:ext cx="5580611" cy="1"/>
          </a:xfrm>
          <a:prstGeom prst="line">
            <a:avLst/>
          </a:prstGeom>
          <a:solidFill>
            <a:srgbClr val="000000"/>
          </a:solidFill>
          <a:ln w="25400">
            <a:solidFill>
              <a:srgbClr val="E3E9E8"/>
            </a:solidFill>
          </a:ln>
        </p:spPr>
        <p:txBody>
          <a:bodyPr/>
          <a:lstStyle/>
          <a:p>
            <a:endParaRPr lang="en-US"/>
          </a:p>
        </p:txBody>
      </p:sp>
      <p:sp>
        <p:nvSpPr>
          <p:cNvPr id="118" name="BgText 118"/>
          <p:cNvSpPr txBox="1"/>
          <p:nvPr/>
        </p:nvSpPr>
        <p:spPr>
          <a:xfrm>
            <a:off x="923119" y="25875414"/>
            <a:ext cx="530685" cy="285750"/>
          </a:xfrm>
          <a:prstGeom prst="rect">
            <a:avLst/>
          </a:prstGeom>
          <a:noFill/>
        </p:spPr>
        <p:txBody>
          <a:bodyPr wrap="none" lIns="0" tIns="0" rIns="0" bIns="0" anchor="t">
            <a:noAutofit/>
          </a:bodyPr>
          <a:lstStyle/>
          <a:p>
            <a:pPr algn="r">
              <a:lnSpc>
                <a:spcPct val="100000"/>
              </a:lnSpc>
            </a:pPr>
            <a:r>
              <a:rPr lang="en-US" sz="2100" dirty="0">
                <a:solidFill>
                  <a:srgbClr val="405D61"/>
                </a:solidFill>
                <a:latin typeface="Arial"/>
                <a:cs typeface="Arial"/>
              </a:rPr>
              <a:t>40</a:t>
            </a:r>
          </a:p>
        </p:txBody>
      </p:sp>
      <p:sp>
        <p:nvSpPr>
          <p:cNvPr id="119" name="Line 119"/>
          <p:cNvSpPr/>
          <p:nvPr/>
        </p:nvSpPr>
        <p:spPr>
          <a:xfrm>
            <a:off x="1559098" y="25155582"/>
            <a:ext cx="5580611" cy="1"/>
          </a:xfrm>
          <a:prstGeom prst="line">
            <a:avLst/>
          </a:prstGeom>
          <a:solidFill>
            <a:srgbClr val="000000"/>
          </a:solidFill>
          <a:ln w="25400">
            <a:solidFill>
              <a:srgbClr val="E3E9E8"/>
            </a:solidFill>
          </a:ln>
        </p:spPr>
        <p:txBody>
          <a:bodyPr/>
          <a:lstStyle/>
          <a:p>
            <a:endParaRPr lang="en-US"/>
          </a:p>
        </p:txBody>
      </p:sp>
      <p:sp>
        <p:nvSpPr>
          <p:cNvPr id="120" name="BgText 120"/>
          <p:cNvSpPr txBox="1"/>
          <p:nvPr/>
        </p:nvSpPr>
        <p:spPr>
          <a:xfrm>
            <a:off x="923119" y="25045575"/>
            <a:ext cx="530685" cy="285750"/>
          </a:xfrm>
          <a:prstGeom prst="rect">
            <a:avLst/>
          </a:prstGeom>
          <a:noFill/>
        </p:spPr>
        <p:txBody>
          <a:bodyPr wrap="none" lIns="0" tIns="0" rIns="0" bIns="0" anchor="t">
            <a:noAutofit/>
          </a:bodyPr>
          <a:lstStyle/>
          <a:p>
            <a:pPr algn="r">
              <a:lnSpc>
                <a:spcPct val="100000"/>
              </a:lnSpc>
            </a:pPr>
            <a:r>
              <a:rPr lang="en-US" sz="2100" dirty="0">
                <a:solidFill>
                  <a:srgbClr val="405D61"/>
                </a:solidFill>
                <a:latin typeface="Arial"/>
                <a:cs typeface="Arial"/>
              </a:rPr>
              <a:t>60</a:t>
            </a:r>
          </a:p>
        </p:txBody>
      </p:sp>
      <p:sp>
        <p:nvSpPr>
          <p:cNvPr id="121" name="Line 121"/>
          <p:cNvSpPr/>
          <p:nvPr/>
        </p:nvSpPr>
        <p:spPr>
          <a:xfrm>
            <a:off x="1559098" y="24325745"/>
            <a:ext cx="5580611" cy="1"/>
          </a:xfrm>
          <a:prstGeom prst="line">
            <a:avLst/>
          </a:prstGeom>
          <a:solidFill>
            <a:srgbClr val="000000"/>
          </a:solidFill>
          <a:ln w="25400">
            <a:solidFill>
              <a:srgbClr val="E3E9E8"/>
            </a:solidFill>
          </a:ln>
        </p:spPr>
        <p:txBody>
          <a:bodyPr/>
          <a:lstStyle/>
          <a:p>
            <a:endParaRPr lang="en-US"/>
          </a:p>
        </p:txBody>
      </p:sp>
      <p:sp>
        <p:nvSpPr>
          <p:cNvPr id="122" name="BgText 122"/>
          <p:cNvSpPr txBox="1"/>
          <p:nvPr/>
        </p:nvSpPr>
        <p:spPr>
          <a:xfrm>
            <a:off x="923119" y="24215738"/>
            <a:ext cx="530685" cy="285750"/>
          </a:xfrm>
          <a:prstGeom prst="rect">
            <a:avLst/>
          </a:prstGeom>
          <a:noFill/>
        </p:spPr>
        <p:txBody>
          <a:bodyPr wrap="none" lIns="0" tIns="0" rIns="0" bIns="0" anchor="t">
            <a:noAutofit/>
          </a:bodyPr>
          <a:lstStyle/>
          <a:p>
            <a:pPr algn="r">
              <a:lnSpc>
                <a:spcPct val="100000"/>
              </a:lnSpc>
            </a:pPr>
            <a:r>
              <a:rPr lang="en-US" sz="2100" dirty="0">
                <a:solidFill>
                  <a:srgbClr val="405D61"/>
                </a:solidFill>
                <a:latin typeface="Arial"/>
                <a:cs typeface="Arial"/>
              </a:rPr>
              <a:t>80</a:t>
            </a:r>
          </a:p>
        </p:txBody>
      </p:sp>
      <p:sp>
        <p:nvSpPr>
          <p:cNvPr id="123" name="Line 123"/>
          <p:cNvSpPr/>
          <p:nvPr/>
        </p:nvSpPr>
        <p:spPr>
          <a:xfrm>
            <a:off x="1559098" y="23495907"/>
            <a:ext cx="5580611" cy="1"/>
          </a:xfrm>
          <a:prstGeom prst="line">
            <a:avLst/>
          </a:prstGeom>
          <a:solidFill>
            <a:srgbClr val="000000"/>
          </a:solidFill>
          <a:ln w="25400">
            <a:solidFill>
              <a:srgbClr val="E3E9E8"/>
            </a:solidFill>
          </a:ln>
        </p:spPr>
        <p:txBody>
          <a:bodyPr/>
          <a:lstStyle/>
          <a:p>
            <a:endParaRPr lang="en-US"/>
          </a:p>
        </p:txBody>
      </p:sp>
      <p:sp>
        <p:nvSpPr>
          <p:cNvPr id="124" name="BgText 124"/>
          <p:cNvSpPr txBox="1"/>
          <p:nvPr/>
        </p:nvSpPr>
        <p:spPr>
          <a:xfrm>
            <a:off x="776233" y="23385900"/>
            <a:ext cx="677570" cy="285750"/>
          </a:xfrm>
          <a:prstGeom prst="rect">
            <a:avLst/>
          </a:prstGeom>
          <a:noFill/>
        </p:spPr>
        <p:txBody>
          <a:bodyPr wrap="none" lIns="0" tIns="0" rIns="0" bIns="0" anchor="t">
            <a:noAutofit/>
          </a:bodyPr>
          <a:lstStyle/>
          <a:p>
            <a:pPr algn="r">
              <a:lnSpc>
                <a:spcPct val="100000"/>
              </a:lnSpc>
            </a:pPr>
            <a:r>
              <a:rPr lang="en-US" sz="2100" dirty="0">
                <a:solidFill>
                  <a:srgbClr val="405D61"/>
                </a:solidFill>
                <a:latin typeface="Arial"/>
                <a:cs typeface="Arial"/>
              </a:rPr>
              <a:t>100</a:t>
            </a:r>
          </a:p>
        </p:txBody>
      </p:sp>
      <p:sp>
        <p:nvSpPr>
          <p:cNvPr id="126" name="Rect 126"/>
          <p:cNvSpPr/>
          <p:nvPr/>
        </p:nvSpPr>
        <p:spPr>
          <a:xfrm>
            <a:off x="1980276" y="24358936"/>
            <a:ext cx="1052945" cy="1626482"/>
          </a:xfrm>
          <a:prstGeom prst="roundRect">
            <a:avLst>
              <a:gd name="adj" fmla="val 10000"/>
            </a:avLst>
          </a:prstGeom>
          <a:solidFill>
            <a:srgbClr val="E3F3F1"/>
          </a:solidFill>
          <a:ln>
            <a:noFill/>
          </a:ln>
        </p:spPr>
        <p:txBody>
          <a:bodyPr/>
          <a:lstStyle/>
          <a:p>
            <a:endParaRPr lang="en-US"/>
          </a:p>
        </p:txBody>
      </p:sp>
      <p:sp>
        <p:nvSpPr>
          <p:cNvPr id="127" name="Oval 127"/>
          <p:cNvSpPr/>
          <p:nvPr/>
        </p:nvSpPr>
        <p:spPr>
          <a:xfrm>
            <a:off x="2443572" y="24161053"/>
            <a:ext cx="126353" cy="121920"/>
          </a:xfrm>
          <a:prstGeom prst="ellipse">
            <a:avLst/>
          </a:prstGeom>
          <a:solidFill>
            <a:srgbClr val="0B2A5B">
              <a:alpha val="80000"/>
            </a:srgbClr>
          </a:solidFill>
          <a:ln>
            <a:noFill/>
          </a:ln>
        </p:spPr>
        <p:txBody>
          <a:bodyPr/>
          <a:lstStyle/>
          <a:p>
            <a:endParaRPr lang="en-US"/>
          </a:p>
        </p:txBody>
      </p:sp>
      <p:sp>
        <p:nvSpPr>
          <p:cNvPr id="128" name="Oval 128"/>
          <p:cNvSpPr/>
          <p:nvPr/>
        </p:nvSpPr>
        <p:spPr>
          <a:xfrm>
            <a:off x="2443572" y="24783432"/>
            <a:ext cx="126353" cy="121920"/>
          </a:xfrm>
          <a:prstGeom prst="ellipse">
            <a:avLst/>
          </a:prstGeom>
          <a:solidFill>
            <a:srgbClr val="0B2A5B">
              <a:alpha val="80000"/>
            </a:srgbClr>
          </a:solidFill>
          <a:ln>
            <a:noFill/>
          </a:ln>
        </p:spPr>
        <p:txBody>
          <a:bodyPr/>
          <a:lstStyle/>
          <a:p>
            <a:endParaRPr lang="en-US"/>
          </a:p>
        </p:txBody>
      </p:sp>
      <p:sp>
        <p:nvSpPr>
          <p:cNvPr id="129" name="Oval 129"/>
          <p:cNvSpPr/>
          <p:nvPr/>
        </p:nvSpPr>
        <p:spPr>
          <a:xfrm>
            <a:off x="2443572" y="24057325"/>
            <a:ext cx="126353" cy="121920"/>
          </a:xfrm>
          <a:prstGeom prst="ellipse">
            <a:avLst/>
          </a:prstGeom>
          <a:solidFill>
            <a:srgbClr val="0B2A5B">
              <a:alpha val="80000"/>
            </a:srgbClr>
          </a:solidFill>
          <a:ln>
            <a:noFill/>
          </a:ln>
        </p:spPr>
        <p:txBody>
          <a:bodyPr/>
          <a:lstStyle/>
          <a:p>
            <a:endParaRPr lang="en-US"/>
          </a:p>
        </p:txBody>
      </p:sp>
      <p:sp>
        <p:nvSpPr>
          <p:cNvPr id="130" name="Oval 130"/>
          <p:cNvSpPr/>
          <p:nvPr/>
        </p:nvSpPr>
        <p:spPr>
          <a:xfrm>
            <a:off x="2588352" y="24161053"/>
            <a:ext cx="126353" cy="121920"/>
          </a:xfrm>
          <a:prstGeom prst="ellipse">
            <a:avLst/>
          </a:prstGeom>
          <a:solidFill>
            <a:srgbClr val="0B2A5B">
              <a:alpha val="80000"/>
            </a:srgbClr>
          </a:solidFill>
          <a:ln>
            <a:noFill/>
          </a:ln>
        </p:spPr>
        <p:txBody>
          <a:bodyPr/>
          <a:lstStyle/>
          <a:p>
            <a:endParaRPr lang="en-US"/>
          </a:p>
        </p:txBody>
      </p:sp>
      <p:sp>
        <p:nvSpPr>
          <p:cNvPr id="131" name="Oval 131"/>
          <p:cNvSpPr/>
          <p:nvPr/>
        </p:nvSpPr>
        <p:spPr>
          <a:xfrm>
            <a:off x="2443572" y="24472243"/>
            <a:ext cx="126353" cy="121920"/>
          </a:xfrm>
          <a:prstGeom prst="ellipse">
            <a:avLst/>
          </a:prstGeom>
          <a:solidFill>
            <a:srgbClr val="0B2A5B">
              <a:alpha val="80000"/>
            </a:srgbClr>
          </a:solidFill>
          <a:ln>
            <a:noFill/>
          </a:ln>
        </p:spPr>
        <p:txBody>
          <a:bodyPr/>
          <a:lstStyle/>
          <a:p>
            <a:endParaRPr lang="en-US"/>
          </a:p>
        </p:txBody>
      </p:sp>
      <p:sp>
        <p:nvSpPr>
          <p:cNvPr id="132" name="Oval 132"/>
          <p:cNvSpPr/>
          <p:nvPr/>
        </p:nvSpPr>
        <p:spPr>
          <a:xfrm>
            <a:off x="2298792" y="24161053"/>
            <a:ext cx="126353" cy="121920"/>
          </a:xfrm>
          <a:prstGeom prst="ellipse">
            <a:avLst/>
          </a:prstGeom>
          <a:solidFill>
            <a:srgbClr val="0B2A5B">
              <a:alpha val="80000"/>
            </a:srgbClr>
          </a:solidFill>
          <a:ln>
            <a:noFill/>
          </a:ln>
        </p:spPr>
        <p:txBody>
          <a:bodyPr/>
          <a:lstStyle/>
          <a:p>
            <a:endParaRPr lang="en-US"/>
          </a:p>
        </p:txBody>
      </p:sp>
      <p:sp>
        <p:nvSpPr>
          <p:cNvPr id="133" name="Oval 133"/>
          <p:cNvSpPr/>
          <p:nvPr/>
        </p:nvSpPr>
        <p:spPr>
          <a:xfrm>
            <a:off x="2588352" y="24057325"/>
            <a:ext cx="126353" cy="121920"/>
          </a:xfrm>
          <a:prstGeom prst="ellipse">
            <a:avLst/>
          </a:prstGeom>
          <a:solidFill>
            <a:srgbClr val="0B2A5B">
              <a:alpha val="80000"/>
            </a:srgbClr>
          </a:solidFill>
          <a:ln>
            <a:noFill/>
          </a:ln>
        </p:spPr>
        <p:txBody>
          <a:bodyPr/>
          <a:lstStyle/>
          <a:p>
            <a:endParaRPr lang="en-US"/>
          </a:p>
        </p:txBody>
      </p:sp>
      <p:sp>
        <p:nvSpPr>
          <p:cNvPr id="134" name="Oval 134"/>
          <p:cNvSpPr/>
          <p:nvPr/>
        </p:nvSpPr>
        <p:spPr>
          <a:xfrm>
            <a:off x="2443572" y="24679704"/>
            <a:ext cx="126353" cy="121920"/>
          </a:xfrm>
          <a:prstGeom prst="ellipse">
            <a:avLst/>
          </a:prstGeom>
          <a:solidFill>
            <a:srgbClr val="0B2A5B">
              <a:alpha val="80000"/>
            </a:srgbClr>
          </a:solidFill>
          <a:ln>
            <a:noFill/>
          </a:ln>
        </p:spPr>
        <p:txBody>
          <a:bodyPr/>
          <a:lstStyle/>
          <a:p>
            <a:endParaRPr lang="en-US"/>
          </a:p>
        </p:txBody>
      </p:sp>
      <p:sp>
        <p:nvSpPr>
          <p:cNvPr id="135" name="Oval 135"/>
          <p:cNvSpPr/>
          <p:nvPr/>
        </p:nvSpPr>
        <p:spPr>
          <a:xfrm>
            <a:off x="2443572" y="24264785"/>
            <a:ext cx="126353" cy="121920"/>
          </a:xfrm>
          <a:prstGeom prst="ellipse">
            <a:avLst/>
          </a:prstGeom>
          <a:solidFill>
            <a:srgbClr val="0B2A5B">
              <a:alpha val="80000"/>
            </a:srgbClr>
          </a:solidFill>
          <a:ln>
            <a:noFill/>
          </a:ln>
        </p:spPr>
        <p:txBody>
          <a:bodyPr/>
          <a:lstStyle/>
          <a:p>
            <a:endParaRPr lang="en-US"/>
          </a:p>
        </p:txBody>
      </p:sp>
      <p:sp>
        <p:nvSpPr>
          <p:cNvPr id="136" name="Oval 136"/>
          <p:cNvSpPr/>
          <p:nvPr/>
        </p:nvSpPr>
        <p:spPr>
          <a:xfrm>
            <a:off x="2733132" y="24161053"/>
            <a:ext cx="126353" cy="121920"/>
          </a:xfrm>
          <a:prstGeom prst="ellipse">
            <a:avLst/>
          </a:prstGeom>
          <a:solidFill>
            <a:srgbClr val="0B2A5B">
              <a:alpha val="80000"/>
            </a:srgbClr>
          </a:solidFill>
          <a:ln>
            <a:noFill/>
          </a:ln>
        </p:spPr>
        <p:txBody>
          <a:bodyPr/>
          <a:lstStyle/>
          <a:p>
            <a:endParaRPr lang="en-US"/>
          </a:p>
        </p:txBody>
      </p:sp>
      <p:sp>
        <p:nvSpPr>
          <p:cNvPr id="137" name="Line 137"/>
          <p:cNvSpPr/>
          <p:nvPr/>
        </p:nvSpPr>
        <p:spPr>
          <a:xfrm>
            <a:off x="1927629" y="24358936"/>
            <a:ext cx="1158240" cy="1"/>
          </a:xfrm>
          <a:prstGeom prst="line">
            <a:avLst/>
          </a:prstGeom>
          <a:solidFill>
            <a:srgbClr val="000000"/>
          </a:solidFill>
          <a:ln w="63500">
            <a:solidFill>
              <a:srgbClr val="12857C"/>
            </a:solidFill>
          </a:ln>
        </p:spPr>
        <p:txBody>
          <a:bodyPr/>
          <a:lstStyle/>
          <a:p>
            <a:endParaRPr lang="en-US"/>
          </a:p>
        </p:txBody>
      </p:sp>
      <p:sp>
        <p:nvSpPr>
          <p:cNvPr id="138" name="BgText 138"/>
          <p:cNvSpPr txBox="1"/>
          <p:nvPr/>
        </p:nvSpPr>
        <p:spPr>
          <a:xfrm>
            <a:off x="1373911" y="26028959"/>
            <a:ext cx="2265675" cy="301625"/>
          </a:xfrm>
          <a:prstGeom prst="rect">
            <a:avLst/>
          </a:prstGeom>
          <a:noFill/>
        </p:spPr>
        <p:txBody>
          <a:bodyPr wrap="none" lIns="0" tIns="0" rIns="0" bIns="0" anchor="t">
            <a:noAutofit/>
          </a:bodyPr>
          <a:lstStyle/>
          <a:p>
            <a:pPr algn="ctr">
              <a:lnSpc>
                <a:spcPct val="100000"/>
              </a:lnSpc>
            </a:pPr>
            <a:r>
              <a:rPr lang="en-US" sz="2200" b="1">
                <a:solidFill>
                  <a:srgbClr val="102C30"/>
                </a:solidFill>
                <a:latin typeface="Arial"/>
                <a:cs typeface="Arial"/>
              </a:rPr>
              <a:t>C1: 79.2</a:t>
            </a:r>
          </a:p>
        </p:txBody>
      </p:sp>
      <p:sp>
        <p:nvSpPr>
          <p:cNvPr id="139" name="Rect 139"/>
          <p:cNvSpPr/>
          <p:nvPr/>
        </p:nvSpPr>
        <p:spPr>
          <a:xfrm>
            <a:off x="3822931" y="24220270"/>
            <a:ext cx="1052945" cy="1765151"/>
          </a:xfrm>
          <a:prstGeom prst="roundRect">
            <a:avLst>
              <a:gd name="adj" fmla="val 10000"/>
            </a:avLst>
          </a:prstGeom>
          <a:solidFill>
            <a:srgbClr val="CFE6E3"/>
          </a:solidFill>
          <a:ln>
            <a:noFill/>
          </a:ln>
        </p:spPr>
        <p:txBody>
          <a:bodyPr/>
          <a:lstStyle/>
          <a:p>
            <a:endParaRPr lang="en-US"/>
          </a:p>
        </p:txBody>
      </p:sp>
      <p:sp>
        <p:nvSpPr>
          <p:cNvPr id="140" name="Oval 140"/>
          <p:cNvSpPr/>
          <p:nvPr/>
        </p:nvSpPr>
        <p:spPr>
          <a:xfrm>
            <a:off x="4286227" y="24057325"/>
            <a:ext cx="126353" cy="121920"/>
          </a:xfrm>
          <a:prstGeom prst="ellipse">
            <a:avLst/>
          </a:prstGeom>
          <a:solidFill>
            <a:srgbClr val="0B2A5B">
              <a:alpha val="80000"/>
            </a:srgbClr>
          </a:solidFill>
          <a:ln>
            <a:noFill/>
          </a:ln>
        </p:spPr>
        <p:txBody>
          <a:bodyPr/>
          <a:lstStyle/>
          <a:p>
            <a:endParaRPr lang="en-US"/>
          </a:p>
        </p:txBody>
      </p:sp>
      <p:sp>
        <p:nvSpPr>
          <p:cNvPr id="141" name="Oval 141"/>
          <p:cNvSpPr/>
          <p:nvPr/>
        </p:nvSpPr>
        <p:spPr>
          <a:xfrm>
            <a:off x="4286227" y="24783432"/>
            <a:ext cx="126353" cy="121920"/>
          </a:xfrm>
          <a:prstGeom prst="ellipse">
            <a:avLst/>
          </a:prstGeom>
          <a:solidFill>
            <a:srgbClr val="0B2A5B">
              <a:alpha val="80000"/>
            </a:srgbClr>
          </a:solidFill>
          <a:ln>
            <a:noFill/>
          </a:ln>
        </p:spPr>
        <p:txBody>
          <a:bodyPr/>
          <a:lstStyle/>
          <a:p>
            <a:endParaRPr lang="en-US"/>
          </a:p>
        </p:txBody>
      </p:sp>
      <p:sp>
        <p:nvSpPr>
          <p:cNvPr id="142" name="Oval 142"/>
          <p:cNvSpPr/>
          <p:nvPr/>
        </p:nvSpPr>
        <p:spPr>
          <a:xfrm>
            <a:off x="4286227" y="23434947"/>
            <a:ext cx="126353" cy="121920"/>
          </a:xfrm>
          <a:prstGeom prst="ellipse">
            <a:avLst/>
          </a:prstGeom>
          <a:solidFill>
            <a:srgbClr val="0B2A5B">
              <a:alpha val="80000"/>
            </a:srgbClr>
          </a:solidFill>
          <a:ln>
            <a:noFill/>
          </a:ln>
        </p:spPr>
        <p:txBody>
          <a:bodyPr/>
          <a:lstStyle/>
          <a:p>
            <a:endParaRPr lang="en-US"/>
          </a:p>
        </p:txBody>
      </p:sp>
      <p:sp>
        <p:nvSpPr>
          <p:cNvPr id="143" name="Oval 143"/>
          <p:cNvSpPr/>
          <p:nvPr/>
        </p:nvSpPr>
        <p:spPr>
          <a:xfrm>
            <a:off x="4286227" y="23538675"/>
            <a:ext cx="126353" cy="121920"/>
          </a:xfrm>
          <a:prstGeom prst="ellipse">
            <a:avLst/>
          </a:prstGeom>
          <a:solidFill>
            <a:srgbClr val="0B2A5B">
              <a:alpha val="80000"/>
            </a:srgbClr>
          </a:solidFill>
          <a:ln>
            <a:noFill/>
          </a:ln>
        </p:spPr>
        <p:txBody>
          <a:bodyPr/>
          <a:lstStyle/>
          <a:p>
            <a:endParaRPr lang="en-US"/>
          </a:p>
        </p:txBody>
      </p:sp>
      <p:sp>
        <p:nvSpPr>
          <p:cNvPr id="144" name="Oval 144"/>
          <p:cNvSpPr/>
          <p:nvPr/>
        </p:nvSpPr>
        <p:spPr>
          <a:xfrm>
            <a:off x="4431007" y="24783432"/>
            <a:ext cx="126353" cy="121920"/>
          </a:xfrm>
          <a:prstGeom prst="ellipse">
            <a:avLst/>
          </a:prstGeom>
          <a:solidFill>
            <a:srgbClr val="0B2A5B">
              <a:alpha val="80000"/>
            </a:srgbClr>
          </a:solidFill>
          <a:ln>
            <a:noFill/>
          </a:ln>
        </p:spPr>
        <p:txBody>
          <a:bodyPr/>
          <a:lstStyle/>
          <a:p>
            <a:endParaRPr lang="en-US"/>
          </a:p>
        </p:txBody>
      </p:sp>
      <p:sp>
        <p:nvSpPr>
          <p:cNvPr id="145" name="Oval 145"/>
          <p:cNvSpPr/>
          <p:nvPr/>
        </p:nvSpPr>
        <p:spPr>
          <a:xfrm>
            <a:off x="4286227" y="25613269"/>
            <a:ext cx="126353" cy="121920"/>
          </a:xfrm>
          <a:prstGeom prst="ellipse">
            <a:avLst/>
          </a:prstGeom>
          <a:solidFill>
            <a:srgbClr val="0B2A5B">
              <a:alpha val="80000"/>
            </a:srgbClr>
          </a:solidFill>
          <a:ln>
            <a:noFill/>
          </a:ln>
        </p:spPr>
        <p:txBody>
          <a:bodyPr/>
          <a:lstStyle/>
          <a:p>
            <a:endParaRPr lang="en-US"/>
          </a:p>
        </p:txBody>
      </p:sp>
      <p:sp>
        <p:nvSpPr>
          <p:cNvPr id="146" name="Oval 146"/>
          <p:cNvSpPr/>
          <p:nvPr/>
        </p:nvSpPr>
        <p:spPr>
          <a:xfrm>
            <a:off x="4286227" y="23953596"/>
            <a:ext cx="126353" cy="121920"/>
          </a:xfrm>
          <a:prstGeom prst="ellipse">
            <a:avLst/>
          </a:prstGeom>
          <a:solidFill>
            <a:srgbClr val="0B2A5B">
              <a:alpha val="80000"/>
            </a:srgbClr>
          </a:solidFill>
          <a:ln>
            <a:noFill/>
          </a:ln>
        </p:spPr>
        <p:txBody>
          <a:bodyPr/>
          <a:lstStyle/>
          <a:p>
            <a:endParaRPr lang="en-US"/>
          </a:p>
        </p:txBody>
      </p:sp>
      <p:sp>
        <p:nvSpPr>
          <p:cNvPr id="147" name="Oval 147"/>
          <p:cNvSpPr/>
          <p:nvPr/>
        </p:nvSpPr>
        <p:spPr>
          <a:xfrm>
            <a:off x="4431007" y="23538675"/>
            <a:ext cx="126353" cy="121920"/>
          </a:xfrm>
          <a:prstGeom prst="ellipse">
            <a:avLst/>
          </a:prstGeom>
          <a:solidFill>
            <a:srgbClr val="0B2A5B">
              <a:alpha val="80000"/>
            </a:srgbClr>
          </a:solidFill>
          <a:ln>
            <a:noFill/>
          </a:ln>
        </p:spPr>
        <p:txBody>
          <a:bodyPr/>
          <a:lstStyle/>
          <a:p>
            <a:endParaRPr lang="en-US"/>
          </a:p>
        </p:txBody>
      </p:sp>
      <p:sp>
        <p:nvSpPr>
          <p:cNvPr id="148" name="Oval 148"/>
          <p:cNvSpPr/>
          <p:nvPr/>
        </p:nvSpPr>
        <p:spPr>
          <a:xfrm>
            <a:off x="4286227" y="23642406"/>
            <a:ext cx="126353" cy="121920"/>
          </a:xfrm>
          <a:prstGeom prst="ellipse">
            <a:avLst/>
          </a:prstGeom>
          <a:solidFill>
            <a:srgbClr val="0B2A5B">
              <a:alpha val="80000"/>
            </a:srgbClr>
          </a:solidFill>
          <a:ln>
            <a:noFill/>
          </a:ln>
        </p:spPr>
        <p:txBody>
          <a:bodyPr/>
          <a:lstStyle/>
          <a:p>
            <a:endParaRPr lang="en-US"/>
          </a:p>
        </p:txBody>
      </p:sp>
      <p:sp>
        <p:nvSpPr>
          <p:cNvPr id="149" name="Oval 149"/>
          <p:cNvSpPr/>
          <p:nvPr/>
        </p:nvSpPr>
        <p:spPr>
          <a:xfrm>
            <a:off x="4286227" y="23849863"/>
            <a:ext cx="126353" cy="121920"/>
          </a:xfrm>
          <a:prstGeom prst="ellipse">
            <a:avLst/>
          </a:prstGeom>
          <a:solidFill>
            <a:srgbClr val="0B2A5B">
              <a:alpha val="80000"/>
            </a:srgbClr>
          </a:solidFill>
          <a:ln>
            <a:noFill/>
          </a:ln>
        </p:spPr>
        <p:txBody>
          <a:bodyPr/>
          <a:lstStyle/>
          <a:p>
            <a:endParaRPr lang="en-US"/>
          </a:p>
        </p:txBody>
      </p:sp>
      <p:sp>
        <p:nvSpPr>
          <p:cNvPr id="150" name="Line 150"/>
          <p:cNvSpPr/>
          <p:nvPr/>
        </p:nvSpPr>
        <p:spPr>
          <a:xfrm>
            <a:off x="3770284" y="24220270"/>
            <a:ext cx="1158240" cy="1"/>
          </a:xfrm>
          <a:prstGeom prst="line">
            <a:avLst/>
          </a:prstGeom>
          <a:solidFill>
            <a:srgbClr val="000000"/>
          </a:solidFill>
          <a:ln w="63500">
            <a:solidFill>
              <a:srgbClr val="12857C"/>
            </a:solidFill>
          </a:ln>
        </p:spPr>
        <p:txBody>
          <a:bodyPr/>
          <a:lstStyle/>
          <a:p>
            <a:endParaRPr lang="en-US"/>
          </a:p>
        </p:txBody>
      </p:sp>
      <p:sp>
        <p:nvSpPr>
          <p:cNvPr id="151" name="BgText 151"/>
          <p:cNvSpPr txBox="1"/>
          <p:nvPr/>
        </p:nvSpPr>
        <p:spPr>
          <a:xfrm>
            <a:off x="3216566" y="26028959"/>
            <a:ext cx="2265675" cy="301625"/>
          </a:xfrm>
          <a:prstGeom prst="rect">
            <a:avLst/>
          </a:prstGeom>
          <a:noFill/>
        </p:spPr>
        <p:txBody>
          <a:bodyPr wrap="none" lIns="0" tIns="0" rIns="0" bIns="0" anchor="t">
            <a:noAutofit/>
          </a:bodyPr>
          <a:lstStyle/>
          <a:p>
            <a:pPr algn="ctr">
              <a:lnSpc>
                <a:spcPct val="100000"/>
              </a:lnSpc>
            </a:pPr>
            <a:r>
              <a:rPr lang="en-US" sz="2200" b="1">
                <a:solidFill>
                  <a:srgbClr val="12857C"/>
                </a:solidFill>
                <a:latin typeface="Arial"/>
                <a:cs typeface="Arial"/>
              </a:rPr>
              <a:t>C2: 82.5</a:t>
            </a:r>
          </a:p>
        </p:txBody>
      </p:sp>
      <p:sp>
        <p:nvSpPr>
          <p:cNvPr id="152" name="Rect 152"/>
          <p:cNvSpPr/>
          <p:nvPr/>
        </p:nvSpPr>
        <p:spPr>
          <a:xfrm>
            <a:off x="5665585" y="24334042"/>
            <a:ext cx="1052945" cy="1651377"/>
          </a:xfrm>
          <a:prstGeom prst="roundRect">
            <a:avLst>
              <a:gd name="adj" fmla="val 10000"/>
            </a:avLst>
          </a:prstGeom>
          <a:solidFill>
            <a:srgbClr val="E3F3F1"/>
          </a:solidFill>
          <a:ln>
            <a:noFill/>
          </a:ln>
        </p:spPr>
        <p:txBody>
          <a:bodyPr/>
          <a:lstStyle/>
          <a:p>
            <a:endParaRPr lang="en-US"/>
          </a:p>
        </p:txBody>
      </p:sp>
      <p:sp>
        <p:nvSpPr>
          <p:cNvPr id="153" name="Oval 153"/>
          <p:cNvSpPr/>
          <p:nvPr/>
        </p:nvSpPr>
        <p:spPr>
          <a:xfrm>
            <a:off x="6128881" y="25198353"/>
            <a:ext cx="126353" cy="121920"/>
          </a:xfrm>
          <a:prstGeom prst="ellipse">
            <a:avLst/>
          </a:prstGeom>
          <a:solidFill>
            <a:srgbClr val="0B2A5B">
              <a:alpha val="80000"/>
            </a:srgbClr>
          </a:solidFill>
          <a:ln>
            <a:noFill/>
          </a:ln>
        </p:spPr>
        <p:txBody>
          <a:bodyPr/>
          <a:lstStyle/>
          <a:p>
            <a:endParaRPr lang="en-US"/>
          </a:p>
        </p:txBody>
      </p:sp>
      <p:sp>
        <p:nvSpPr>
          <p:cNvPr id="154" name="Oval 154"/>
          <p:cNvSpPr/>
          <p:nvPr/>
        </p:nvSpPr>
        <p:spPr>
          <a:xfrm>
            <a:off x="6128881" y="24264785"/>
            <a:ext cx="126353" cy="121920"/>
          </a:xfrm>
          <a:prstGeom prst="ellipse">
            <a:avLst/>
          </a:prstGeom>
          <a:solidFill>
            <a:srgbClr val="0B2A5B">
              <a:alpha val="80000"/>
            </a:srgbClr>
          </a:solidFill>
          <a:ln>
            <a:noFill/>
          </a:ln>
        </p:spPr>
        <p:txBody>
          <a:bodyPr/>
          <a:lstStyle/>
          <a:p>
            <a:endParaRPr lang="en-US"/>
          </a:p>
        </p:txBody>
      </p:sp>
      <p:sp>
        <p:nvSpPr>
          <p:cNvPr id="155" name="Oval 155"/>
          <p:cNvSpPr/>
          <p:nvPr/>
        </p:nvSpPr>
        <p:spPr>
          <a:xfrm>
            <a:off x="6128881" y="23849863"/>
            <a:ext cx="126353" cy="121920"/>
          </a:xfrm>
          <a:prstGeom prst="ellipse">
            <a:avLst/>
          </a:prstGeom>
          <a:solidFill>
            <a:srgbClr val="0B2A5B">
              <a:alpha val="80000"/>
            </a:srgbClr>
          </a:solidFill>
          <a:ln>
            <a:noFill/>
          </a:ln>
        </p:spPr>
        <p:txBody>
          <a:bodyPr/>
          <a:lstStyle/>
          <a:p>
            <a:endParaRPr lang="en-US"/>
          </a:p>
        </p:txBody>
      </p:sp>
      <p:sp>
        <p:nvSpPr>
          <p:cNvPr id="156" name="Oval 156"/>
          <p:cNvSpPr/>
          <p:nvPr/>
        </p:nvSpPr>
        <p:spPr>
          <a:xfrm>
            <a:off x="6128881" y="23746135"/>
            <a:ext cx="126353" cy="121920"/>
          </a:xfrm>
          <a:prstGeom prst="ellipse">
            <a:avLst/>
          </a:prstGeom>
          <a:solidFill>
            <a:srgbClr val="0B2A5B">
              <a:alpha val="80000"/>
            </a:srgbClr>
          </a:solidFill>
          <a:ln>
            <a:noFill/>
          </a:ln>
        </p:spPr>
        <p:txBody>
          <a:bodyPr/>
          <a:lstStyle/>
          <a:p>
            <a:endParaRPr lang="en-US"/>
          </a:p>
        </p:txBody>
      </p:sp>
      <p:sp>
        <p:nvSpPr>
          <p:cNvPr id="157" name="Oval 157"/>
          <p:cNvSpPr/>
          <p:nvPr/>
        </p:nvSpPr>
        <p:spPr>
          <a:xfrm>
            <a:off x="6128881" y="24990893"/>
            <a:ext cx="126353" cy="121920"/>
          </a:xfrm>
          <a:prstGeom prst="ellipse">
            <a:avLst/>
          </a:prstGeom>
          <a:solidFill>
            <a:srgbClr val="0B2A5B">
              <a:alpha val="80000"/>
            </a:srgbClr>
          </a:solidFill>
          <a:ln>
            <a:noFill/>
          </a:ln>
        </p:spPr>
        <p:txBody>
          <a:bodyPr/>
          <a:lstStyle/>
          <a:p>
            <a:endParaRPr lang="en-US"/>
          </a:p>
        </p:txBody>
      </p:sp>
      <p:sp>
        <p:nvSpPr>
          <p:cNvPr id="158" name="Oval 158"/>
          <p:cNvSpPr/>
          <p:nvPr/>
        </p:nvSpPr>
        <p:spPr>
          <a:xfrm>
            <a:off x="6128881" y="23953596"/>
            <a:ext cx="126353" cy="121920"/>
          </a:xfrm>
          <a:prstGeom prst="ellipse">
            <a:avLst/>
          </a:prstGeom>
          <a:solidFill>
            <a:srgbClr val="0B2A5B">
              <a:alpha val="80000"/>
            </a:srgbClr>
          </a:solidFill>
          <a:ln>
            <a:noFill/>
          </a:ln>
        </p:spPr>
        <p:txBody>
          <a:bodyPr/>
          <a:lstStyle/>
          <a:p>
            <a:endParaRPr lang="en-US"/>
          </a:p>
        </p:txBody>
      </p:sp>
      <p:sp>
        <p:nvSpPr>
          <p:cNvPr id="159" name="Oval 159"/>
          <p:cNvSpPr/>
          <p:nvPr/>
        </p:nvSpPr>
        <p:spPr>
          <a:xfrm>
            <a:off x="6273661" y="23746135"/>
            <a:ext cx="126353" cy="121920"/>
          </a:xfrm>
          <a:prstGeom prst="ellipse">
            <a:avLst/>
          </a:prstGeom>
          <a:solidFill>
            <a:srgbClr val="0B2A5B">
              <a:alpha val="80000"/>
            </a:srgbClr>
          </a:solidFill>
          <a:ln>
            <a:noFill/>
          </a:ln>
        </p:spPr>
        <p:txBody>
          <a:bodyPr/>
          <a:lstStyle/>
          <a:p>
            <a:endParaRPr lang="en-US"/>
          </a:p>
        </p:txBody>
      </p:sp>
      <p:sp>
        <p:nvSpPr>
          <p:cNvPr id="160" name="Oval 160"/>
          <p:cNvSpPr/>
          <p:nvPr/>
        </p:nvSpPr>
        <p:spPr>
          <a:xfrm>
            <a:off x="6128881" y="23434947"/>
            <a:ext cx="126353" cy="121920"/>
          </a:xfrm>
          <a:prstGeom prst="ellipse">
            <a:avLst/>
          </a:prstGeom>
          <a:solidFill>
            <a:srgbClr val="0B2A5B">
              <a:alpha val="80000"/>
            </a:srgbClr>
          </a:solidFill>
          <a:ln>
            <a:noFill/>
          </a:ln>
        </p:spPr>
        <p:txBody>
          <a:bodyPr/>
          <a:lstStyle/>
          <a:p>
            <a:endParaRPr lang="en-US"/>
          </a:p>
        </p:txBody>
      </p:sp>
      <p:sp>
        <p:nvSpPr>
          <p:cNvPr id="161" name="Oval 161"/>
          <p:cNvSpPr/>
          <p:nvPr/>
        </p:nvSpPr>
        <p:spPr>
          <a:xfrm>
            <a:off x="6128881" y="24679704"/>
            <a:ext cx="126353" cy="121920"/>
          </a:xfrm>
          <a:prstGeom prst="ellipse">
            <a:avLst/>
          </a:prstGeom>
          <a:solidFill>
            <a:srgbClr val="0B2A5B">
              <a:alpha val="80000"/>
            </a:srgbClr>
          </a:solidFill>
          <a:ln>
            <a:noFill/>
          </a:ln>
        </p:spPr>
        <p:txBody>
          <a:bodyPr/>
          <a:lstStyle/>
          <a:p>
            <a:endParaRPr lang="en-US"/>
          </a:p>
        </p:txBody>
      </p:sp>
      <p:sp>
        <p:nvSpPr>
          <p:cNvPr id="162" name="Oval 162"/>
          <p:cNvSpPr/>
          <p:nvPr/>
        </p:nvSpPr>
        <p:spPr>
          <a:xfrm>
            <a:off x="6128881" y="24575974"/>
            <a:ext cx="126353" cy="121920"/>
          </a:xfrm>
          <a:prstGeom prst="ellipse">
            <a:avLst/>
          </a:prstGeom>
          <a:solidFill>
            <a:srgbClr val="0B2A5B">
              <a:alpha val="80000"/>
            </a:srgbClr>
          </a:solidFill>
          <a:ln>
            <a:noFill/>
          </a:ln>
        </p:spPr>
        <p:txBody>
          <a:bodyPr/>
          <a:lstStyle/>
          <a:p>
            <a:endParaRPr lang="en-US"/>
          </a:p>
        </p:txBody>
      </p:sp>
      <p:sp>
        <p:nvSpPr>
          <p:cNvPr id="163" name="Oval 163"/>
          <p:cNvSpPr/>
          <p:nvPr/>
        </p:nvSpPr>
        <p:spPr>
          <a:xfrm>
            <a:off x="6128881" y="24887164"/>
            <a:ext cx="126353" cy="121920"/>
          </a:xfrm>
          <a:prstGeom prst="ellipse">
            <a:avLst/>
          </a:prstGeom>
          <a:solidFill>
            <a:srgbClr val="0B2A5B">
              <a:alpha val="80000"/>
            </a:srgbClr>
          </a:solidFill>
          <a:ln>
            <a:noFill/>
          </a:ln>
        </p:spPr>
        <p:txBody>
          <a:bodyPr/>
          <a:lstStyle/>
          <a:p>
            <a:endParaRPr lang="en-US"/>
          </a:p>
        </p:txBody>
      </p:sp>
      <p:sp>
        <p:nvSpPr>
          <p:cNvPr id="164" name="Oval 164"/>
          <p:cNvSpPr/>
          <p:nvPr/>
        </p:nvSpPr>
        <p:spPr>
          <a:xfrm>
            <a:off x="5984101" y="23746135"/>
            <a:ext cx="126353" cy="121920"/>
          </a:xfrm>
          <a:prstGeom prst="ellipse">
            <a:avLst/>
          </a:prstGeom>
          <a:solidFill>
            <a:srgbClr val="0B2A5B">
              <a:alpha val="80000"/>
            </a:srgbClr>
          </a:solidFill>
          <a:ln>
            <a:noFill/>
          </a:ln>
        </p:spPr>
        <p:txBody>
          <a:bodyPr/>
          <a:lstStyle/>
          <a:p>
            <a:endParaRPr lang="en-US"/>
          </a:p>
        </p:txBody>
      </p:sp>
      <p:sp>
        <p:nvSpPr>
          <p:cNvPr id="165" name="Oval 165"/>
          <p:cNvSpPr/>
          <p:nvPr/>
        </p:nvSpPr>
        <p:spPr>
          <a:xfrm>
            <a:off x="6128881" y="24472243"/>
            <a:ext cx="126353" cy="121920"/>
          </a:xfrm>
          <a:prstGeom prst="ellipse">
            <a:avLst/>
          </a:prstGeom>
          <a:solidFill>
            <a:srgbClr val="0B2A5B">
              <a:alpha val="80000"/>
            </a:srgbClr>
          </a:solidFill>
          <a:ln>
            <a:noFill/>
          </a:ln>
        </p:spPr>
        <p:txBody>
          <a:bodyPr/>
          <a:lstStyle/>
          <a:p>
            <a:endParaRPr lang="en-US"/>
          </a:p>
        </p:txBody>
      </p:sp>
      <p:sp>
        <p:nvSpPr>
          <p:cNvPr id="166" name="Line 166"/>
          <p:cNvSpPr/>
          <p:nvPr/>
        </p:nvSpPr>
        <p:spPr>
          <a:xfrm>
            <a:off x="5612938" y="24334042"/>
            <a:ext cx="1158240" cy="1"/>
          </a:xfrm>
          <a:prstGeom prst="line">
            <a:avLst/>
          </a:prstGeom>
          <a:solidFill>
            <a:srgbClr val="000000"/>
          </a:solidFill>
          <a:ln w="63500">
            <a:solidFill>
              <a:srgbClr val="12857C"/>
            </a:solidFill>
          </a:ln>
        </p:spPr>
        <p:txBody>
          <a:bodyPr/>
          <a:lstStyle/>
          <a:p>
            <a:endParaRPr lang="en-US"/>
          </a:p>
        </p:txBody>
      </p:sp>
      <p:sp>
        <p:nvSpPr>
          <p:cNvPr id="167" name="BgText 167"/>
          <p:cNvSpPr txBox="1"/>
          <p:nvPr/>
        </p:nvSpPr>
        <p:spPr>
          <a:xfrm>
            <a:off x="5059220" y="26028959"/>
            <a:ext cx="2265675" cy="301625"/>
          </a:xfrm>
          <a:prstGeom prst="rect">
            <a:avLst/>
          </a:prstGeom>
          <a:noFill/>
        </p:spPr>
        <p:txBody>
          <a:bodyPr wrap="none" lIns="0" tIns="0" rIns="0" bIns="0" anchor="t">
            <a:noAutofit/>
          </a:bodyPr>
          <a:lstStyle/>
          <a:p>
            <a:pPr algn="ctr">
              <a:lnSpc>
                <a:spcPct val="100000"/>
              </a:lnSpc>
            </a:pPr>
            <a:r>
              <a:rPr lang="en-US" sz="2200" b="1">
                <a:solidFill>
                  <a:srgbClr val="102C30"/>
                </a:solidFill>
                <a:latin typeface="Arial"/>
                <a:cs typeface="Arial"/>
              </a:rPr>
              <a:t>C3: 79.8</a:t>
            </a:r>
          </a:p>
        </p:txBody>
      </p:sp>
      <p:sp>
        <p:nvSpPr>
          <p:cNvPr id="168" name="BgText 168"/>
          <p:cNvSpPr txBox="1"/>
          <p:nvPr/>
        </p:nvSpPr>
        <p:spPr>
          <a:xfrm>
            <a:off x="7508240" y="23011384"/>
            <a:ext cx="5995471" cy="381000"/>
          </a:xfrm>
          <a:prstGeom prst="rect">
            <a:avLst/>
          </a:prstGeom>
          <a:noFill/>
        </p:spPr>
        <p:txBody>
          <a:bodyPr wrap="none" lIns="0" tIns="0" rIns="0" bIns="0" anchor="t">
            <a:noAutofit/>
          </a:bodyPr>
          <a:lstStyle/>
          <a:p>
            <a:pPr algn="l">
              <a:lnSpc>
                <a:spcPct val="100000"/>
              </a:lnSpc>
            </a:pPr>
            <a:r>
              <a:rPr lang="en-US" sz="2600" b="1" dirty="0">
                <a:solidFill>
                  <a:srgbClr val="102C30"/>
                </a:solidFill>
                <a:latin typeface="Arial"/>
                <a:cs typeface="Arial"/>
              </a:rPr>
              <a:t>Applied knowledge (% fully correct)</a:t>
            </a:r>
          </a:p>
        </p:txBody>
      </p:sp>
      <p:sp>
        <p:nvSpPr>
          <p:cNvPr id="169" name="BgText 169"/>
          <p:cNvSpPr txBox="1"/>
          <p:nvPr/>
        </p:nvSpPr>
        <p:spPr>
          <a:xfrm>
            <a:off x="8045242" y="23635607"/>
            <a:ext cx="1568889" cy="317500"/>
          </a:xfrm>
          <a:prstGeom prst="rect">
            <a:avLst/>
          </a:prstGeom>
          <a:noFill/>
        </p:spPr>
        <p:txBody>
          <a:bodyPr wrap="none" lIns="0" tIns="0" rIns="0" bIns="0" anchor="t">
            <a:noAutofit/>
          </a:bodyPr>
          <a:lstStyle/>
          <a:p>
            <a:pPr algn="r">
              <a:lnSpc>
                <a:spcPct val="100000"/>
              </a:lnSpc>
            </a:pPr>
            <a:r>
              <a:rPr lang="en-US" sz="2400" b="1" dirty="0">
                <a:solidFill>
                  <a:srgbClr val="102C30"/>
                </a:solidFill>
                <a:latin typeface="Arial"/>
                <a:cs typeface="Arial"/>
              </a:rPr>
              <a:t>Indexing</a:t>
            </a:r>
          </a:p>
        </p:txBody>
      </p:sp>
      <p:sp>
        <p:nvSpPr>
          <p:cNvPr id="170" name="Rect 170"/>
          <p:cNvSpPr/>
          <p:nvPr/>
        </p:nvSpPr>
        <p:spPr>
          <a:xfrm>
            <a:off x="9772073" y="23538542"/>
            <a:ext cx="3106189" cy="511628"/>
          </a:xfrm>
          <a:prstGeom prst="roundRect">
            <a:avLst>
              <a:gd name="adj" fmla="val 26667"/>
            </a:avLst>
          </a:prstGeom>
          <a:solidFill>
            <a:srgbClr val="EEF2F1"/>
          </a:solidFill>
          <a:ln>
            <a:noFill/>
          </a:ln>
        </p:spPr>
        <p:txBody>
          <a:bodyPr/>
          <a:lstStyle/>
          <a:p>
            <a:endParaRPr lang="en-US"/>
          </a:p>
        </p:txBody>
      </p:sp>
      <p:sp>
        <p:nvSpPr>
          <p:cNvPr id="171" name="Rect 171"/>
          <p:cNvSpPr/>
          <p:nvPr/>
        </p:nvSpPr>
        <p:spPr>
          <a:xfrm>
            <a:off x="9772073" y="23538542"/>
            <a:ext cx="2919818" cy="511628"/>
          </a:xfrm>
          <a:prstGeom prst="roundRect">
            <a:avLst>
              <a:gd name="adj" fmla="val 26667"/>
            </a:avLst>
          </a:prstGeom>
          <a:solidFill>
            <a:srgbClr val="12857C"/>
          </a:solidFill>
          <a:ln>
            <a:noFill/>
          </a:ln>
        </p:spPr>
        <p:txBody>
          <a:bodyPr/>
          <a:lstStyle/>
          <a:p>
            <a:endParaRPr lang="en-US"/>
          </a:p>
        </p:txBody>
      </p:sp>
      <p:sp>
        <p:nvSpPr>
          <p:cNvPr id="172" name="BgText 172"/>
          <p:cNvSpPr txBox="1"/>
          <p:nvPr/>
        </p:nvSpPr>
        <p:spPr>
          <a:xfrm>
            <a:off x="12823509" y="23635607"/>
            <a:ext cx="752856" cy="317500"/>
          </a:xfrm>
          <a:prstGeom prst="rect">
            <a:avLst/>
          </a:prstGeom>
          <a:noFill/>
        </p:spPr>
        <p:txBody>
          <a:bodyPr wrap="none" lIns="0" tIns="0" rIns="0" bIns="0" anchor="t">
            <a:noAutofit/>
          </a:bodyPr>
          <a:lstStyle/>
          <a:p>
            <a:pPr algn="l">
              <a:lnSpc>
                <a:spcPct val="100000"/>
              </a:lnSpc>
            </a:pPr>
            <a:r>
              <a:rPr lang="en-US" sz="2400" b="1" dirty="0">
                <a:solidFill>
                  <a:srgbClr val="12857C"/>
                </a:solidFill>
                <a:latin typeface="Arial"/>
                <a:cs typeface="Arial"/>
              </a:rPr>
              <a:t>94%</a:t>
            </a:r>
          </a:p>
        </p:txBody>
      </p:sp>
      <p:sp>
        <p:nvSpPr>
          <p:cNvPr id="173" name="BgText 173"/>
          <p:cNvSpPr txBox="1"/>
          <p:nvPr/>
        </p:nvSpPr>
        <p:spPr>
          <a:xfrm>
            <a:off x="7718829" y="24339096"/>
            <a:ext cx="1895302" cy="317500"/>
          </a:xfrm>
          <a:prstGeom prst="rect">
            <a:avLst/>
          </a:prstGeom>
          <a:noFill/>
        </p:spPr>
        <p:txBody>
          <a:bodyPr wrap="none" lIns="0" tIns="0" rIns="0" bIns="0" anchor="t">
            <a:noAutofit/>
          </a:bodyPr>
          <a:lstStyle/>
          <a:p>
            <a:pPr algn="r">
              <a:lnSpc>
                <a:spcPct val="100000"/>
              </a:lnSpc>
            </a:pPr>
            <a:r>
              <a:rPr lang="en-US" sz="2400" b="1" dirty="0">
                <a:solidFill>
                  <a:srgbClr val="102C30"/>
                </a:solidFill>
                <a:latin typeface="Arial"/>
                <a:cs typeface="Arial"/>
              </a:rPr>
              <a:t>Comparison</a:t>
            </a:r>
          </a:p>
        </p:txBody>
      </p:sp>
      <p:sp>
        <p:nvSpPr>
          <p:cNvPr id="174" name="Rect 174"/>
          <p:cNvSpPr/>
          <p:nvPr/>
        </p:nvSpPr>
        <p:spPr>
          <a:xfrm>
            <a:off x="9772073" y="24242032"/>
            <a:ext cx="3106189" cy="511628"/>
          </a:xfrm>
          <a:prstGeom prst="roundRect">
            <a:avLst>
              <a:gd name="adj" fmla="val 26667"/>
            </a:avLst>
          </a:prstGeom>
          <a:solidFill>
            <a:srgbClr val="EEF2F1"/>
          </a:solidFill>
          <a:ln>
            <a:noFill/>
          </a:ln>
        </p:spPr>
        <p:txBody>
          <a:bodyPr/>
          <a:lstStyle/>
          <a:p>
            <a:endParaRPr lang="en-US"/>
          </a:p>
        </p:txBody>
      </p:sp>
      <p:sp>
        <p:nvSpPr>
          <p:cNvPr id="175" name="Rect 175"/>
          <p:cNvSpPr/>
          <p:nvPr/>
        </p:nvSpPr>
        <p:spPr>
          <a:xfrm>
            <a:off x="9772073" y="24242032"/>
            <a:ext cx="2826632" cy="511628"/>
          </a:xfrm>
          <a:prstGeom prst="roundRect">
            <a:avLst>
              <a:gd name="adj" fmla="val 26667"/>
            </a:avLst>
          </a:prstGeom>
          <a:solidFill>
            <a:srgbClr val="2D6BE4"/>
          </a:solidFill>
          <a:ln>
            <a:noFill/>
          </a:ln>
        </p:spPr>
        <p:txBody>
          <a:bodyPr/>
          <a:lstStyle/>
          <a:p>
            <a:endParaRPr lang="en-US"/>
          </a:p>
        </p:txBody>
      </p:sp>
      <p:sp>
        <p:nvSpPr>
          <p:cNvPr id="176" name="BgText 176"/>
          <p:cNvSpPr txBox="1"/>
          <p:nvPr/>
        </p:nvSpPr>
        <p:spPr>
          <a:xfrm>
            <a:off x="12730323" y="24339096"/>
            <a:ext cx="752856" cy="317500"/>
          </a:xfrm>
          <a:prstGeom prst="rect">
            <a:avLst/>
          </a:prstGeom>
          <a:noFill/>
        </p:spPr>
        <p:txBody>
          <a:bodyPr wrap="none" lIns="0" tIns="0" rIns="0" bIns="0" anchor="t">
            <a:noAutofit/>
          </a:bodyPr>
          <a:lstStyle/>
          <a:p>
            <a:pPr algn="l">
              <a:lnSpc>
                <a:spcPct val="100000"/>
              </a:lnSpc>
            </a:pPr>
            <a:r>
              <a:rPr lang="en-US" sz="2400" b="1" dirty="0">
                <a:solidFill>
                  <a:srgbClr val="12857C"/>
                </a:solidFill>
                <a:latin typeface="Arial"/>
                <a:cs typeface="Arial"/>
              </a:rPr>
              <a:t>91%</a:t>
            </a:r>
          </a:p>
        </p:txBody>
      </p:sp>
      <p:sp>
        <p:nvSpPr>
          <p:cNvPr id="177" name="BgText 177"/>
          <p:cNvSpPr txBox="1"/>
          <p:nvPr/>
        </p:nvSpPr>
        <p:spPr>
          <a:xfrm>
            <a:off x="8208449" y="25042585"/>
            <a:ext cx="1405682" cy="317500"/>
          </a:xfrm>
          <a:prstGeom prst="rect">
            <a:avLst/>
          </a:prstGeom>
          <a:noFill/>
        </p:spPr>
        <p:txBody>
          <a:bodyPr wrap="none" lIns="0" tIns="0" rIns="0" bIns="0" anchor="t">
            <a:noAutofit/>
          </a:bodyPr>
          <a:lstStyle/>
          <a:p>
            <a:pPr algn="r">
              <a:lnSpc>
                <a:spcPct val="100000"/>
              </a:lnSpc>
            </a:pPr>
            <a:r>
              <a:rPr lang="en-US" sz="2400" b="1" dirty="0">
                <a:solidFill>
                  <a:srgbClr val="102C30"/>
                </a:solidFill>
                <a:latin typeface="Arial"/>
                <a:cs typeface="Arial"/>
              </a:rPr>
              <a:t>Slicing</a:t>
            </a:r>
          </a:p>
        </p:txBody>
      </p:sp>
      <p:sp>
        <p:nvSpPr>
          <p:cNvPr id="178" name="Rect 178"/>
          <p:cNvSpPr/>
          <p:nvPr/>
        </p:nvSpPr>
        <p:spPr>
          <a:xfrm>
            <a:off x="9772073" y="24945521"/>
            <a:ext cx="3106189" cy="511628"/>
          </a:xfrm>
          <a:prstGeom prst="roundRect">
            <a:avLst>
              <a:gd name="adj" fmla="val 26667"/>
            </a:avLst>
          </a:prstGeom>
          <a:solidFill>
            <a:srgbClr val="EEF2F1"/>
          </a:solidFill>
          <a:ln>
            <a:noFill/>
          </a:ln>
        </p:spPr>
        <p:txBody>
          <a:bodyPr/>
          <a:lstStyle/>
          <a:p>
            <a:endParaRPr lang="en-US"/>
          </a:p>
        </p:txBody>
      </p:sp>
      <p:sp>
        <p:nvSpPr>
          <p:cNvPr id="179" name="Rect 179"/>
          <p:cNvSpPr/>
          <p:nvPr/>
        </p:nvSpPr>
        <p:spPr>
          <a:xfrm>
            <a:off x="9772073" y="24945521"/>
            <a:ext cx="2671323" cy="511628"/>
          </a:xfrm>
          <a:prstGeom prst="roundRect">
            <a:avLst>
              <a:gd name="adj" fmla="val 26667"/>
            </a:avLst>
          </a:prstGeom>
          <a:solidFill>
            <a:srgbClr val="F2A93B"/>
          </a:solidFill>
          <a:ln>
            <a:noFill/>
          </a:ln>
        </p:spPr>
        <p:txBody>
          <a:bodyPr/>
          <a:lstStyle/>
          <a:p>
            <a:endParaRPr lang="en-US"/>
          </a:p>
        </p:txBody>
      </p:sp>
      <p:sp>
        <p:nvSpPr>
          <p:cNvPr id="180" name="BgText 180"/>
          <p:cNvSpPr txBox="1"/>
          <p:nvPr/>
        </p:nvSpPr>
        <p:spPr>
          <a:xfrm>
            <a:off x="12575014" y="25042585"/>
            <a:ext cx="752856" cy="317500"/>
          </a:xfrm>
          <a:prstGeom prst="rect">
            <a:avLst/>
          </a:prstGeom>
          <a:noFill/>
        </p:spPr>
        <p:txBody>
          <a:bodyPr wrap="none" lIns="0" tIns="0" rIns="0" bIns="0" anchor="t">
            <a:noAutofit/>
          </a:bodyPr>
          <a:lstStyle/>
          <a:p>
            <a:pPr algn="l">
              <a:lnSpc>
                <a:spcPct val="100000"/>
              </a:lnSpc>
            </a:pPr>
            <a:r>
              <a:rPr lang="en-US" sz="2400" b="1" dirty="0">
                <a:solidFill>
                  <a:srgbClr val="12857C"/>
                </a:solidFill>
                <a:latin typeface="Arial"/>
                <a:cs typeface="Arial"/>
              </a:rPr>
              <a:t>86%</a:t>
            </a:r>
          </a:p>
        </p:txBody>
      </p:sp>
      <p:sp>
        <p:nvSpPr>
          <p:cNvPr id="181" name="BgText 181"/>
          <p:cNvSpPr txBox="1"/>
          <p:nvPr/>
        </p:nvSpPr>
        <p:spPr>
          <a:xfrm>
            <a:off x="7392416" y="25746075"/>
            <a:ext cx="2221715" cy="317500"/>
          </a:xfrm>
          <a:prstGeom prst="rect">
            <a:avLst/>
          </a:prstGeom>
          <a:noFill/>
        </p:spPr>
        <p:txBody>
          <a:bodyPr wrap="none" lIns="0" tIns="0" rIns="0" bIns="0" anchor="t">
            <a:noAutofit/>
          </a:bodyPr>
          <a:lstStyle/>
          <a:p>
            <a:pPr algn="r">
              <a:lnSpc>
                <a:spcPct val="100000"/>
              </a:lnSpc>
            </a:pPr>
            <a:r>
              <a:rPr lang="en-US" sz="2400" b="1" dirty="0">
                <a:solidFill>
                  <a:srgbClr val="102C30"/>
                </a:solidFill>
                <a:latin typeface="Arial"/>
                <a:cs typeface="Arial"/>
              </a:rPr>
              <a:t>Immutability</a:t>
            </a:r>
          </a:p>
        </p:txBody>
      </p:sp>
      <p:sp>
        <p:nvSpPr>
          <p:cNvPr id="182" name="Rect 182"/>
          <p:cNvSpPr/>
          <p:nvPr/>
        </p:nvSpPr>
        <p:spPr>
          <a:xfrm>
            <a:off x="9772073" y="25649010"/>
            <a:ext cx="3106189" cy="511628"/>
          </a:xfrm>
          <a:prstGeom prst="roundRect">
            <a:avLst>
              <a:gd name="adj" fmla="val 26667"/>
            </a:avLst>
          </a:prstGeom>
          <a:solidFill>
            <a:srgbClr val="EEF2F1"/>
          </a:solidFill>
          <a:ln>
            <a:noFill/>
          </a:ln>
        </p:spPr>
        <p:txBody>
          <a:bodyPr/>
          <a:lstStyle/>
          <a:p>
            <a:endParaRPr lang="en-US"/>
          </a:p>
        </p:txBody>
      </p:sp>
      <p:sp>
        <p:nvSpPr>
          <p:cNvPr id="183" name="Rect 183"/>
          <p:cNvSpPr/>
          <p:nvPr/>
        </p:nvSpPr>
        <p:spPr>
          <a:xfrm>
            <a:off x="9772073" y="25649010"/>
            <a:ext cx="1778000" cy="511628"/>
          </a:xfrm>
          <a:prstGeom prst="roundRect">
            <a:avLst>
              <a:gd name="adj" fmla="val 26667"/>
            </a:avLst>
          </a:prstGeom>
          <a:solidFill>
            <a:srgbClr val="D9534F"/>
          </a:solidFill>
          <a:ln>
            <a:noFill/>
          </a:ln>
        </p:spPr>
        <p:txBody>
          <a:bodyPr/>
          <a:lstStyle/>
          <a:p>
            <a:endParaRPr lang="en-US"/>
          </a:p>
        </p:txBody>
      </p:sp>
      <p:sp>
        <p:nvSpPr>
          <p:cNvPr id="184" name="BgText 184"/>
          <p:cNvSpPr txBox="1"/>
          <p:nvPr/>
        </p:nvSpPr>
        <p:spPr>
          <a:xfrm>
            <a:off x="11690350" y="25746075"/>
            <a:ext cx="752856" cy="317500"/>
          </a:xfrm>
          <a:prstGeom prst="rect">
            <a:avLst/>
          </a:prstGeom>
          <a:noFill/>
        </p:spPr>
        <p:txBody>
          <a:bodyPr wrap="none" lIns="0" tIns="0" rIns="0" bIns="0" anchor="t">
            <a:noAutofit/>
          </a:bodyPr>
          <a:lstStyle/>
          <a:p>
            <a:pPr algn="l">
              <a:lnSpc>
                <a:spcPct val="100000"/>
              </a:lnSpc>
            </a:pPr>
            <a:r>
              <a:rPr lang="en-US" sz="2400" b="1" dirty="0">
                <a:solidFill>
                  <a:srgbClr val="0B2A5B"/>
                </a:solidFill>
                <a:latin typeface="Arial"/>
                <a:cs typeface="Arial"/>
              </a:rPr>
              <a:t>57%</a:t>
            </a:r>
          </a:p>
        </p:txBody>
      </p:sp>
      <p:sp>
        <p:nvSpPr>
          <p:cNvPr id="185" name="BgText 185"/>
          <p:cNvSpPr txBox="1"/>
          <p:nvPr/>
        </p:nvSpPr>
        <p:spPr>
          <a:xfrm>
            <a:off x="14220767" y="23011384"/>
            <a:ext cx="5799624" cy="381000"/>
          </a:xfrm>
          <a:prstGeom prst="rect">
            <a:avLst/>
          </a:prstGeom>
          <a:noFill/>
        </p:spPr>
        <p:txBody>
          <a:bodyPr wrap="none" lIns="0" tIns="0" rIns="0" bIns="0" anchor="t">
            <a:noAutofit/>
          </a:bodyPr>
          <a:lstStyle/>
          <a:p>
            <a:r>
              <a:rPr lang="en-US" sz="2600" b="1" dirty="0">
                <a:solidFill>
                  <a:srgbClr val="102C30"/>
                </a:solidFill>
                <a:latin typeface="Arial"/>
                <a:cs typeface="Arial"/>
              </a:rPr>
              <a:t>KEY FINDINGS</a:t>
            </a:r>
          </a:p>
        </p:txBody>
      </p:sp>
      <p:sp>
        <p:nvSpPr>
          <p:cNvPr id="201" name="Line 201"/>
          <p:cNvSpPr/>
          <p:nvPr/>
        </p:nvSpPr>
        <p:spPr>
          <a:xfrm>
            <a:off x="7350298" y="23063200"/>
            <a:ext cx="1" cy="3352800"/>
          </a:xfrm>
          <a:prstGeom prst="line">
            <a:avLst/>
          </a:prstGeom>
          <a:solidFill>
            <a:srgbClr val="000000"/>
          </a:solidFill>
          <a:ln w="25400">
            <a:solidFill>
              <a:srgbClr val="E3E9E8"/>
            </a:solidFill>
          </a:ln>
        </p:spPr>
        <p:txBody>
          <a:bodyPr/>
          <a:lstStyle/>
          <a:p>
            <a:endParaRPr lang="en-US"/>
          </a:p>
        </p:txBody>
      </p:sp>
      <p:sp>
        <p:nvSpPr>
          <p:cNvPr id="202" name="Line 202"/>
          <p:cNvSpPr/>
          <p:nvPr/>
        </p:nvSpPr>
        <p:spPr>
          <a:xfrm>
            <a:off x="14062825" y="23063200"/>
            <a:ext cx="1" cy="3352800"/>
          </a:xfrm>
          <a:prstGeom prst="line">
            <a:avLst/>
          </a:prstGeom>
          <a:solidFill>
            <a:srgbClr val="000000"/>
          </a:solidFill>
          <a:ln w="25400">
            <a:solidFill>
              <a:srgbClr val="E3E9E8"/>
            </a:solidFill>
          </a:ln>
        </p:spPr>
        <p:txBody>
          <a:bodyPr/>
          <a:lstStyle/>
          <a:p>
            <a:endParaRPr lang="en-US"/>
          </a:p>
        </p:txBody>
      </p:sp>
      <p:sp>
        <p:nvSpPr>
          <p:cNvPr id="203" name="Rect 203"/>
          <p:cNvSpPr/>
          <p:nvPr/>
        </p:nvSpPr>
        <p:spPr>
          <a:xfrm>
            <a:off x="558800" y="26657300"/>
            <a:ext cx="20269200" cy="1320800"/>
          </a:xfrm>
          <a:prstGeom prst="roundRect">
            <a:avLst>
              <a:gd name="adj" fmla="val 25532"/>
            </a:avLst>
          </a:prstGeom>
          <a:solidFill>
            <a:srgbClr val="0B2A5B"/>
          </a:solidFill>
          <a:ln>
            <a:noFill/>
          </a:ln>
        </p:spPr>
        <p:txBody>
          <a:bodyPr/>
          <a:lstStyle/>
          <a:p>
            <a:endParaRPr lang="en-US"/>
          </a:p>
        </p:txBody>
      </p:sp>
      <p:sp>
        <p:nvSpPr>
          <p:cNvPr id="204" name="Line 204"/>
          <p:cNvSpPr/>
          <p:nvPr/>
        </p:nvSpPr>
        <p:spPr>
          <a:xfrm>
            <a:off x="874684" y="28067800"/>
            <a:ext cx="20269200" cy="1"/>
          </a:xfrm>
          <a:prstGeom prst="line">
            <a:avLst/>
          </a:prstGeom>
          <a:solidFill>
            <a:srgbClr val="000000"/>
          </a:solidFill>
          <a:ln w="38100">
            <a:solidFill>
              <a:srgbClr val="A6C8E8"/>
            </a:solidFill>
          </a:ln>
        </p:spPr>
        <p:txBody>
          <a:bodyPr/>
          <a:lstStyle/>
          <a:p>
            <a:endParaRPr lang="en-US"/>
          </a:p>
        </p:txBody>
      </p:sp>
      <p:pic>
        <p:nvPicPr>
          <p:cNvPr id="241" name="Bilingual example" descr="Bilingual example"/>
          <p:cNvPicPr>
            <a:picLocks noChangeAspect="1"/>
          </p:cNvPicPr>
          <p:nvPr/>
        </p:nvPicPr>
        <p:blipFill>
          <a:blip r:embed="rId2"/>
          <a:stretch>
            <a:fillRect/>
          </a:stretch>
        </p:blipFill>
        <p:spPr>
          <a:xfrm>
            <a:off x="14442373" y="2348809"/>
            <a:ext cx="6944427" cy="3500442"/>
          </a:xfrm>
          <a:prstGeom prst="rect">
            <a:avLst/>
          </a:prstGeom>
        </p:spPr>
      </p:pic>
      <p:pic>
        <p:nvPicPr>
          <p:cNvPr id="242" name="Mascot Comma" descr="Mascot Comma"/>
          <p:cNvPicPr>
            <a:picLocks noChangeAspect="1"/>
          </p:cNvPicPr>
          <p:nvPr/>
        </p:nvPicPr>
        <p:blipFill>
          <a:blip r:embed="rId3"/>
          <a:srcRect l="72000" b="36000"/>
          <a:stretch>
            <a:fillRect/>
          </a:stretch>
        </p:blipFill>
        <p:spPr>
          <a:xfrm>
            <a:off x="19323812" y="9906000"/>
            <a:ext cx="1593088" cy="1259840"/>
          </a:xfrm>
          <a:prstGeom prst="rect">
            <a:avLst/>
          </a:prstGeom>
        </p:spPr>
      </p:pic>
      <p:pic>
        <p:nvPicPr>
          <p:cNvPr id="243" name="Sticker confused" descr="Sticker confused"/>
          <p:cNvPicPr>
            <a:picLocks noChangeAspect="1"/>
          </p:cNvPicPr>
          <p:nvPr/>
        </p:nvPicPr>
        <p:blipFill>
          <a:blip r:embed="rId4"/>
          <a:stretch>
            <a:fillRect/>
          </a:stretch>
        </p:blipFill>
        <p:spPr>
          <a:xfrm>
            <a:off x="9219276" y="5765800"/>
            <a:ext cx="1316182" cy="1158240"/>
          </a:xfrm>
          <a:prstGeom prst="rect">
            <a:avLst/>
          </a:prstGeom>
        </p:spPr>
      </p:pic>
      <p:pic>
        <p:nvPicPr>
          <p:cNvPr id="244" name="Sticker target" descr="Sticker target"/>
          <p:cNvPicPr>
            <a:picLocks noChangeAspect="1"/>
          </p:cNvPicPr>
          <p:nvPr/>
        </p:nvPicPr>
        <p:blipFill>
          <a:blip r:embed="rId5"/>
          <a:stretch>
            <a:fillRect/>
          </a:stretch>
        </p:blipFill>
        <p:spPr>
          <a:xfrm>
            <a:off x="19538142" y="5765800"/>
            <a:ext cx="1210887" cy="1158240"/>
          </a:xfrm>
          <a:prstGeom prst="rect">
            <a:avLst/>
          </a:prstGeom>
        </p:spPr>
      </p:pic>
      <p:pic>
        <p:nvPicPr>
          <p:cNvPr id="245" name="Sticker magnifier" descr="Sticker magnifier"/>
          <p:cNvPicPr>
            <a:picLocks noChangeAspect="1"/>
          </p:cNvPicPr>
          <p:nvPr/>
        </p:nvPicPr>
        <p:blipFill>
          <a:blip r:embed="rId6"/>
          <a:stretch>
            <a:fillRect/>
          </a:stretch>
        </p:blipFill>
        <p:spPr>
          <a:xfrm>
            <a:off x="9614131" y="16281400"/>
            <a:ext cx="631767" cy="710738"/>
          </a:xfrm>
          <a:prstGeom prst="rect">
            <a:avLst/>
          </a:prstGeom>
        </p:spPr>
      </p:pic>
      <p:pic>
        <p:nvPicPr>
          <p:cNvPr id="246" name="Sticker lightbulb" descr="Sticker lightbulb"/>
          <p:cNvPicPr>
            <a:picLocks noChangeAspect="1"/>
          </p:cNvPicPr>
          <p:nvPr/>
        </p:nvPicPr>
        <p:blipFill>
          <a:blip r:embed="rId7"/>
          <a:stretch>
            <a:fillRect/>
          </a:stretch>
        </p:blipFill>
        <p:spPr>
          <a:xfrm>
            <a:off x="20038291" y="16256000"/>
            <a:ext cx="579120" cy="737062"/>
          </a:xfrm>
          <a:prstGeom prst="rect">
            <a:avLst/>
          </a:prstGeom>
        </p:spPr>
      </p:pic>
      <p:pic>
        <p:nvPicPr>
          <p:cNvPr id="247" name="Sticker trophy" descr="Sticker trophy"/>
          <p:cNvPicPr>
            <a:picLocks noChangeAspect="1"/>
          </p:cNvPicPr>
          <p:nvPr/>
        </p:nvPicPr>
        <p:blipFill>
          <a:blip r:embed="rId8"/>
          <a:stretch>
            <a:fillRect/>
          </a:stretch>
        </p:blipFill>
        <p:spPr>
          <a:xfrm>
            <a:off x="19617113" y="21082000"/>
            <a:ext cx="895004" cy="737062"/>
          </a:xfrm>
          <a:prstGeom prst="rect">
            <a:avLst/>
          </a:prstGeom>
        </p:spPr>
      </p:pic>
      <p:pic>
        <p:nvPicPr>
          <p:cNvPr id="250" name="UCT crest" descr="UCT crest"/>
          <p:cNvPicPr>
            <a:picLocks noChangeAspect="1"/>
          </p:cNvPicPr>
          <p:nvPr/>
        </p:nvPicPr>
        <p:blipFill>
          <a:blip r:embed="rId9"/>
          <a:srcRect l="4204" t="90052" r="90339" b="5937"/>
          <a:stretch>
            <a:fillRect/>
          </a:stretch>
        </p:blipFill>
        <p:spPr>
          <a:xfrm>
            <a:off x="609600" y="28206700"/>
            <a:ext cx="1092200" cy="1143000"/>
          </a:xfrm>
          <a:prstGeom prst="rect">
            <a:avLst/>
          </a:prstGeom>
        </p:spPr>
      </p:pic>
      <p:pic>
        <p:nvPicPr>
          <p:cNvPr id="251" name="Department logo" descr="Department logo"/>
          <p:cNvPicPr>
            <a:picLocks noChangeAspect="1"/>
          </p:cNvPicPr>
          <p:nvPr/>
        </p:nvPicPr>
        <p:blipFill>
          <a:blip r:embed="rId9"/>
          <a:srcRect l="5383" t="94740" r="91593" b="3021"/>
          <a:stretch>
            <a:fillRect/>
          </a:stretch>
        </p:blipFill>
        <p:spPr>
          <a:xfrm>
            <a:off x="1858546" y="28187019"/>
            <a:ext cx="1095705" cy="1129946"/>
          </a:xfrm>
          <a:prstGeom prst="rect">
            <a:avLst/>
          </a:prstGeom>
        </p:spPr>
      </p:pic>
      <p:pic>
        <p:nvPicPr>
          <p:cNvPr id="252" name="QR code - Try it live" descr="QR code - Try it live"/>
          <p:cNvPicPr>
            <a:picLocks noChangeAspect="1"/>
          </p:cNvPicPr>
          <p:nvPr/>
        </p:nvPicPr>
        <p:blipFill>
          <a:blip r:embed="rId10"/>
          <a:stretch>
            <a:fillRect/>
          </a:stretch>
        </p:blipFill>
        <p:spPr>
          <a:xfrm>
            <a:off x="18093765" y="28155900"/>
            <a:ext cx="2734235" cy="1549400"/>
          </a:xfrm>
          <a:prstGeom prst="rect">
            <a:avLst/>
          </a:prstGeom>
        </p:spPr>
      </p:pic>
      <p:sp>
        <p:nvSpPr>
          <p:cNvPr id="205" name="TX 1"/>
          <p:cNvSpPr txBox="1"/>
          <p:nvPr/>
        </p:nvSpPr>
        <p:spPr>
          <a:xfrm>
            <a:off x="558800" y="584200"/>
            <a:ext cx="11055927" cy="5588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3400" b="1" dirty="0">
                <a:solidFill>
                  <a:srgbClr val="12857C"/>
                </a:solidFill>
                <a:latin typeface="Arial"/>
                <a:cs typeface="Arial"/>
              </a:rPr>
              <a:t>UCT HONOURS 2026 </a:t>
            </a:r>
          </a:p>
        </p:txBody>
      </p:sp>
      <p:sp>
        <p:nvSpPr>
          <p:cNvPr id="206" name="TX 2"/>
          <p:cNvSpPr txBox="1"/>
          <p:nvPr/>
        </p:nvSpPr>
        <p:spPr>
          <a:xfrm>
            <a:off x="558800" y="990600"/>
            <a:ext cx="8950036" cy="2270252"/>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11900" b="1" dirty="0">
                <a:solidFill>
                  <a:srgbClr val="102C30"/>
                </a:solidFill>
                <a:latin typeface="Arial"/>
                <a:cs typeface="Arial"/>
              </a:rPr>
              <a:t>STRING</a:t>
            </a:r>
          </a:p>
        </p:txBody>
      </p:sp>
      <p:sp>
        <p:nvSpPr>
          <p:cNvPr id="207" name="TX 3"/>
          <p:cNvSpPr txBox="1"/>
          <p:nvPr/>
        </p:nvSpPr>
        <p:spPr>
          <a:xfrm>
            <a:off x="558800" y="2590800"/>
            <a:ext cx="13688291" cy="197866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10300" b="1" dirty="0">
                <a:solidFill>
                  <a:srgbClr val="102C30"/>
                </a:solidFill>
                <a:latin typeface="Arial"/>
                <a:cs typeface="Arial"/>
              </a:rPr>
              <a:t>CONUNDRUM</a:t>
            </a:r>
          </a:p>
        </p:txBody>
      </p:sp>
      <p:sp>
        <p:nvSpPr>
          <p:cNvPr id="208" name="TX 4"/>
          <p:cNvSpPr txBox="1"/>
          <p:nvPr/>
        </p:nvSpPr>
        <p:spPr>
          <a:xfrm>
            <a:off x="9772073" y="1346200"/>
            <a:ext cx="3422073" cy="1791208"/>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9400" b="1" dirty="0">
                <a:solidFill>
                  <a:srgbClr val="12857C"/>
                </a:solidFill>
                <a:latin typeface="Arial"/>
                <a:cs typeface="Arial"/>
              </a:rPr>
              <a:t>&gt;&gt;&gt;</a:t>
            </a:r>
          </a:p>
        </p:txBody>
      </p:sp>
      <p:grpSp>
        <p:nvGrpSpPr>
          <p:cNvPr id="2" name="Group 1">
            <a:extLst>
              <a:ext uri="{FF2B5EF4-FFF2-40B4-BE49-F238E27FC236}">
                <a16:creationId xmlns:a16="http://schemas.microsoft.com/office/drawing/2014/main" id="{46384D8E-FB95-74FD-CF2E-9EEE25B824F3}"/>
              </a:ext>
            </a:extLst>
          </p:cNvPr>
          <p:cNvGrpSpPr/>
          <p:nvPr/>
        </p:nvGrpSpPr>
        <p:grpSpPr>
          <a:xfrm>
            <a:off x="15137635" y="939800"/>
            <a:ext cx="5949142" cy="1219200"/>
            <a:chOff x="14878858" y="1447800"/>
            <a:chExt cx="5949142" cy="1219200"/>
          </a:xfrm>
        </p:grpSpPr>
        <p:sp>
          <p:nvSpPr>
            <p:cNvPr id="15" name="Rect 15"/>
            <p:cNvSpPr/>
            <p:nvPr/>
          </p:nvSpPr>
          <p:spPr>
            <a:xfrm>
              <a:off x="14878858" y="1447800"/>
              <a:ext cx="5949142" cy="1219200"/>
            </a:xfrm>
            <a:prstGeom prst="roundRect">
              <a:avLst>
                <a:gd name="adj" fmla="val 25000"/>
              </a:avLst>
            </a:prstGeom>
            <a:solidFill>
              <a:srgbClr val="EAF2FB"/>
            </a:solidFill>
            <a:ln w="38100">
              <a:solidFill>
                <a:srgbClr val="A6C8E8"/>
              </a:solidFill>
            </a:ln>
          </p:spPr>
          <p:txBody>
            <a:bodyPr/>
            <a:lstStyle/>
            <a:p>
              <a:endParaRPr lang="en-US"/>
            </a:p>
          </p:txBody>
        </p:sp>
        <p:sp>
          <p:nvSpPr>
            <p:cNvPr id="209" name="TX 5"/>
            <p:cNvSpPr txBox="1"/>
            <p:nvPr/>
          </p:nvSpPr>
          <p:spPr>
            <a:xfrm>
              <a:off x="15194742" y="1600200"/>
              <a:ext cx="5396345" cy="5588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3600" b="1" dirty="0">
                  <a:solidFill>
                    <a:srgbClr val="0B2A5B"/>
                  </a:solidFill>
                  <a:latin typeface="Arial"/>
                  <a:cs typeface="Arial"/>
                </a:rPr>
                <a:t>English/isiXhosa</a:t>
              </a:r>
            </a:p>
          </p:txBody>
        </p:sp>
        <p:sp>
          <p:nvSpPr>
            <p:cNvPr id="210" name="TX 6"/>
            <p:cNvSpPr txBox="1"/>
            <p:nvPr/>
          </p:nvSpPr>
          <p:spPr>
            <a:xfrm>
              <a:off x="15194742" y="2133600"/>
              <a:ext cx="5396345" cy="5080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3100" dirty="0">
                  <a:solidFill>
                    <a:srgbClr val="102C30"/>
                  </a:solidFill>
                  <a:latin typeface="Arial"/>
                  <a:cs typeface="Arial"/>
                </a:rPr>
                <a:t>Pedagogical localisation</a:t>
              </a:r>
            </a:p>
          </p:txBody>
        </p:sp>
      </p:grpSp>
      <p:sp>
        <p:nvSpPr>
          <p:cNvPr id="211" name="TX 7"/>
          <p:cNvSpPr txBox="1"/>
          <p:nvPr/>
        </p:nvSpPr>
        <p:spPr>
          <a:xfrm>
            <a:off x="558800" y="4089400"/>
            <a:ext cx="8950036" cy="787400"/>
          </a:xfrm>
          <a:prstGeom prst="rect">
            <a:avLst/>
          </a:prstGeom>
          <a:noFill/>
        </p:spPr>
        <p:txBody>
          <a:bodyPr wrap="square" lIns="0" tIns="0" rIns="0" bIns="0" anchor="t">
            <a:noAutofit/>
          </a:bodyPr>
          <a:lstStyle/>
          <a:p>
            <a:pPr algn="l">
              <a:lnSpc>
                <a:spcPct val="100000"/>
              </a:lnSpc>
              <a:spcBef>
                <a:spcPts val="0"/>
              </a:spcBef>
              <a:spcAft>
                <a:spcPts val="0"/>
              </a:spcAft>
              <a:buNone/>
            </a:pPr>
            <a:endParaRPr lang="en-US" sz="4700" b="1" dirty="0">
              <a:solidFill>
                <a:srgbClr val="12857C"/>
              </a:solidFill>
              <a:latin typeface="Arial"/>
              <a:cs typeface="Arial"/>
            </a:endParaRPr>
          </a:p>
        </p:txBody>
      </p:sp>
      <p:sp>
        <p:nvSpPr>
          <p:cNvPr id="214" name="TX 10"/>
          <p:cNvSpPr txBox="1"/>
          <p:nvPr/>
        </p:nvSpPr>
        <p:spPr>
          <a:xfrm>
            <a:off x="822036" y="6197600"/>
            <a:ext cx="737062" cy="508000"/>
          </a:xfrm>
          <a:prstGeom prst="rect">
            <a:avLst/>
          </a:prstGeom>
          <a:noFill/>
        </p:spPr>
        <p:txBody>
          <a:bodyPr wrap="square" lIns="0" tIns="0" rIns="0" bIns="0" anchor="t">
            <a:noAutofit/>
          </a:bodyPr>
          <a:lstStyle/>
          <a:p>
            <a:pPr algn="ctr">
              <a:lnSpc>
                <a:spcPct val="100000"/>
              </a:lnSpc>
              <a:spcBef>
                <a:spcPts val="0"/>
              </a:spcBef>
              <a:spcAft>
                <a:spcPts val="0"/>
              </a:spcAft>
              <a:buNone/>
            </a:pPr>
            <a:r>
              <a:rPr lang="en-US" sz="2600" b="1" dirty="0">
                <a:solidFill>
                  <a:srgbClr val="FFFFFF"/>
                </a:solidFill>
                <a:latin typeface="Arial"/>
                <a:cs typeface="Arial"/>
              </a:rPr>
              <a:t>01</a:t>
            </a:r>
          </a:p>
        </p:txBody>
      </p:sp>
      <p:sp>
        <p:nvSpPr>
          <p:cNvPr id="215" name="TX 11"/>
          <p:cNvSpPr txBox="1"/>
          <p:nvPr/>
        </p:nvSpPr>
        <p:spPr>
          <a:xfrm>
            <a:off x="1769687" y="6121400"/>
            <a:ext cx="13688291" cy="660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4000" b="1" dirty="0">
                <a:solidFill>
                  <a:srgbClr val="FFFFFF"/>
                </a:solidFill>
                <a:latin typeface="Arial"/>
                <a:cs typeface="Arial"/>
              </a:rPr>
              <a:t>THE PROBLEM</a:t>
            </a:r>
          </a:p>
        </p:txBody>
      </p:sp>
      <p:sp>
        <p:nvSpPr>
          <p:cNvPr id="216" name="TX 12"/>
          <p:cNvSpPr txBox="1"/>
          <p:nvPr/>
        </p:nvSpPr>
        <p:spPr>
          <a:xfrm>
            <a:off x="11114578" y="6197600"/>
            <a:ext cx="737062" cy="508000"/>
          </a:xfrm>
          <a:prstGeom prst="rect">
            <a:avLst/>
          </a:prstGeom>
          <a:noFill/>
        </p:spPr>
        <p:txBody>
          <a:bodyPr wrap="square" lIns="0" tIns="0" rIns="0" bIns="0" anchor="t">
            <a:noAutofit/>
          </a:bodyPr>
          <a:lstStyle/>
          <a:p>
            <a:pPr algn="ctr">
              <a:lnSpc>
                <a:spcPct val="100000"/>
              </a:lnSpc>
              <a:spcBef>
                <a:spcPts val="0"/>
              </a:spcBef>
              <a:spcAft>
                <a:spcPts val="0"/>
              </a:spcAft>
              <a:buNone/>
            </a:pPr>
            <a:r>
              <a:rPr lang="en-US" sz="2600" b="1" dirty="0">
                <a:solidFill>
                  <a:srgbClr val="FFFFFF"/>
                </a:solidFill>
                <a:latin typeface="Arial"/>
                <a:cs typeface="Arial"/>
              </a:rPr>
              <a:t>02</a:t>
            </a:r>
          </a:p>
        </p:txBody>
      </p:sp>
      <p:sp>
        <p:nvSpPr>
          <p:cNvPr id="217" name="TX 13"/>
          <p:cNvSpPr txBox="1"/>
          <p:nvPr/>
        </p:nvSpPr>
        <p:spPr>
          <a:xfrm>
            <a:off x="12062229" y="6121400"/>
            <a:ext cx="13688291" cy="660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4000" b="1" dirty="0">
                <a:solidFill>
                  <a:srgbClr val="FFFFFF"/>
                </a:solidFill>
                <a:latin typeface="Arial"/>
                <a:cs typeface="Arial"/>
              </a:rPr>
              <a:t>OBJECTIVE</a:t>
            </a:r>
          </a:p>
        </p:txBody>
      </p:sp>
      <p:sp>
        <p:nvSpPr>
          <p:cNvPr id="218" name="TX 14"/>
          <p:cNvSpPr txBox="1"/>
          <p:nvPr/>
        </p:nvSpPr>
        <p:spPr>
          <a:xfrm>
            <a:off x="822036" y="10439400"/>
            <a:ext cx="737062" cy="508000"/>
          </a:xfrm>
          <a:prstGeom prst="rect">
            <a:avLst/>
          </a:prstGeom>
          <a:noFill/>
        </p:spPr>
        <p:txBody>
          <a:bodyPr wrap="square" lIns="0" tIns="0" rIns="0" bIns="0" anchor="t">
            <a:noAutofit/>
          </a:bodyPr>
          <a:lstStyle/>
          <a:p>
            <a:pPr algn="ctr">
              <a:lnSpc>
                <a:spcPct val="100000"/>
              </a:lnSpc>
              <a:spcBef>
                <a:spcPts val="0"/>
              </a:spcBef>
              <a:spcAft>
                <a:spcPts val="0"/>
              </a:spcAft>
              <a:buNone/>
            </a:pPr>
            <a:r>
              <a:rPr lang="en-US" sz="2600" b="1" dirty="0">
                <a:solidFill>
                  <a:srgbClr val="FFFFFF"/>
                </a:solidFill>
                <a:latin typeface="Arial"/>
                <a:cs typeface="Arial"/>
              </a:rPr>
              <a:t>03</a:t>
            </a:r>
          </a:p>
        </p:txBody>
      </p:sp>
      <p:sp>
        <p:nvSpPr>
          <p:cNvPr id="219" name="TX 15"/>
          <p:cNvSpPr txBox="1"/>
          <p:nvPr/>
        </p:nvSpPr>
        <p:spPr>
          <a:xfrm>
            <a:off x="1769687" y="10363200"/>
            <a:ext cx="13688291" cy="660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4000" b="1" dirty="0">
                <a:solidFill>
                  <a:srgbClr val="FFFFFF"/>
                </a:solidFill>
                <a:latin typeface="Arial"/>
                <a:cs typeface="Arial"/>
              </a:rPr>
              <a:t>STRING VISUALISER</a:t>
            </a:r>
          </a:p>
        </p:txBody>
      </p:sp>
      <p:sp>
        <p:nvSpPr>
          <p:cNvPr id="220" name="TX 16"/>
          <p:cNvSpPr txBox="1"/>
          <p:nvPr/>
        </p:nvSpPr>
        <p:spPr>
          <a:xfrm>
            <a:off x="822036" y="16560800"/>
            <a:ext cx="737062" cy="508000"/>
          </a:xfrm>
          <a:prstGeom prst="rect">
            <a:avLst/>
          </a:prstGeom>
          <a:noFill/>
        </p:spPr>
        <p:txBody>
          <a:bodyPr wrap="square" lIns="0" tIns="0" rIns="0" bIns="0" anchor="t">
            <a:noAutofit/>
          </a:bodyPr>
          <a:lstStyle/>
          <a:p>
            <a:pPr algn="ctr">
              <a:lnSpc>
                <a:spcPct val="100000"/>
              </a:lnSpc>
              <a:spcBef>
                <a:spcPts val="0"/>
              </a:spcBef>
              <a:spcAft>
                <a:spcPts val="0"/>
              </a:spcAft>
              <a:buNone/>
            </a:pPr>
            <a:r>
              <a:rPr lang="en-US" sz="2600" b="1" dirty="0">
                <a:solidFill>
                  <a:srgbClr val="FFFFFF"/>
                </a:solidFill>
                <a:latin typeface="Arial"/>
                <a:cs typeface="Arial"/>
              </a:rPr>
              <a:t>04</a:t>
            </a:r>
          </a:p>
        </p:txBody>
      </p:sp>
      <p:sp>
        <p:nvSpPr>
          <p:cNvPr id="221" name="TX 17"/>
          <p:cNvSpPr txBox="1"/>
          <p:nvPr/>
        </p:nvSpPr>
        <p:spPr>
          <a:xfrm>
            <a:off x="1769687" y="16484600"/>
            <a:ext cx="13688291" cy="660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4000" b="1" dirty="0">
                <a:solidFill>
                  <a:srgbClr val="FFFFFF"/>
                </a:solidFill>
                <a:latin typeface="Arial"/>
                <a:cs typeface="Arial"/>
              </a:rPr>
              <a:t>CODE SPACE</a:t>
            </a:r>
          </a:p>
        </p:txBody>
      </p:sp>
      <p:sp>
        <p:nvSpPr>
          <p:cNvPr id="222" name="TX 18"/>
          <p:cNvSpPr txBox="1"/>
          <p:nvPr/>
        </p:nvSpPr>
        <p:spPr>
          <a:xfrm>
            <a:off x="11114578" y="16560800"/>
            <a:ext cx="737062" cy="508000"/>
          </a:xfrm>
          <a:prstGeom prst="rect">
            <a:avLst/>
          </a:prstGeom>
          <a:noFill/>
        </p:spPr>
        <p:txBody>
          <a:bodyPr wrap="square" lIns="0" tIns="0" rIns="0" bIns="0" anchor="t">
            <a:noAutofit/>
          </a:bodyPr>
          <a:lstStyle/>
          <a:p>
            <a:pPr algn="ctr">
              <a:lnSpc>
                <a:spcPct val="100000"/>
              </a:lnSpc>
              <a:spcBef>
                <a:spcPts val="0"/>
              </a:spcBef>
              <a:spcAft>
                <a:spcPts val="0"/>
              </a:spcAft>
              <a:buNone/>
            </a:pPr>
            <a:r>
              <a:rPr lang="en-US" sz="2600" b="1" dirty="0">
                <a:solidFill>
                  <a:srgbClr val="FFFFFF"/>
                </a:solidFill>
                <a:latin typeface="Arial"/>
                <a:cs typeface="Arial"/>
              </a:rPr>
              <a:t>05</a:t>
            </a:r>
          </a:p>
        </p:txBody>
      </p:sp>
      <p:sp>
        <p:nvSpPr>
          <p:cNvPr id="223" name="TX 19"/>
          <p:cNvSpPr txBox="1"/>
          <p:nvPr/>
        </p:nvSpPr>
        <p:spPr>
          <a:xfrm>
            <a:off x="12062229" y="16484600"/>
            <a:ext cx="13688291" cy="660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4000" b="1" dirty="0">
                <a:solidFill>
                  <a:srgbClr val="FFFFFF"/>
                </a:solidFill>
                <a:latin typeface="Arial"/>
                <a:cs typeface="Arial"/>
              </a:rPr>
              <a:t>FEEDBACK</a:t>
            </a:r>
          </a:p>
        </p:txBody>
      </p:sp>
      <p:sp>
        <p:nvSpPr>
          <p:cNvPr id="224" name="TX 20"/>
          <p:cNvSpPr txBox="1"/>
          <p:nvPr/>
        </p:nvSpPr>
        <p:spPr>
          <a:xfrm>
            <a:off x="822036" y="21412200"/>
            <a:ext cx="737062" cy="508000"/>
          </a:xfrm>
          <a:prstGeom prst="rect">
            <a:avLst/>
          </a:prstGeom>
          <a:noFill/>
        </p:spPr>
        <p:txBody>
          <a:bodyPr wrap="square" lIns="0" tIns="0" rIns="0" bIns="0" anchor="t">
            <a:noAutofit/>
          </a:bodyPr>
          <a:lstStyle/>
          <a:p>
            <a:pPr algn="ctr">
              <a:lnSpc>
                <a:spcPct val="100000"/>
              </a:lnSpc>
              <a:spcBef>
                <a:spcPts val="0"/>
              </a:spcBef>
              <a:spcAft>
                <a:spcPts val="0"/>
              </a:spcAft>
              <a:buNone/>
            </a:pPr>
            <a:r>
              <a:rPr lang="en-US" sz="2600" b="1" dirty="0">
                <a:solidFill>
                  <a:srgbClr val="FFFFFF"/>
                </a:solidFill>
                <a:latin typeface="Arial"/>
                <a:cs typeface="Arial"/>
              </a:rPr>
              <a:t>06</a:t>
            </a:r>
          </a:p>
        </p:txBody>
      </p:sp>
      <p:sp>
        <p:nvSpPr>
          <p:cNvPr id="225" name="TX 21"/>
          <p:cNvSpPr txBox="1"/>
          <p:nvPr/>
        </p:nvSpPr>
        <p:spPr>
          <a:xfrm>
            <a:off x="1769687" y="21336000"/>
            <a:ext cx="13688291" cy="660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4000" b="1" dirty="0">
                <a:solidFill>
                  <a:srgbClr val="FFFFFF"/>
                </a:solidFill>
                <a:latin typeface="Arial"/>
                <a:cs typeface="Arial"/>
              </a:rPr>
              <a:t>EVALUATION AND RESULTS</a:t>
            </a:r>
          </a:p>
        </p:txBody>
      </p:sp>
      <p:sp>
        <p:nvSpPr>
          <p:cNvPr id="226" name="TX 22"/>
          <p:cNvSpPr txBox="1"/>
          <p:nvPr/>
        </p:nvSpPr>
        <p:spPr>
          <a:xfrm>
            <a:off x="592325" y="6832900"/>
            <a:ext cx="9344891" cy="3231654"/>
          </a:xfrm>
          <a:prstGeom prst="rect">
            <a:avLst/>
          </a:prstGeom>
          <a:noFill/>
        </p:spPr>
        <p:txBody>
          <a:bodyPr wrap="square" lIns="0" tIns="0" rIns="0" bIns="0" anchor="t">
            <a:spAutoFit/>
          </a:bodyPr>
          <a:lstStyle/>
          <a:p>
            <a:r>
              <a:rPr lang="en-US" sz="3000" dirty="0">
                <a:solidFill>
                  <a:srgbClr val="102C30"/>
                </a:solidFill>
                <a:latin typeface="Arial"/>
                <a:cs typeface="Arial"/>
              </a:rPr>
              <a:t>Strings</a:t>
            </a:r>
            <a:r>
              <a:rPr lang="en-US" sz="3000" dirty="0">
                <a:solidFill>
                  <a:srgbClr val="102C30"/>
                </a:solidFill>
                <a:latin typeface="Arial"/>
                <a:ea typeface="+mn-lt"/>
                <a:cs typeface="Arial"/>
              </a:rPr>
              <a:t> are a fundamental data type used throughout programming, yet novice programmers can struggle to understand how they behave. String Conundrum was developed to support students in overcoming these difficulties through </a:t>
            </a:r>
            <a:r>
              <a:rPr lang="en-US" sz="3000" dirty="0" err="1">
                <a:solidFill>
                  <a:srgbClr val="102C30"/>
                </a:solidFill>
                <a:latin typeface="Arial"/>
                <a:ea typeface="+mn-lt"/>
                <a:cs typeface="Arial"/>
              </a:rPr>
              <a:t>visualisation</a:t>
            </a:r>
            <a:r>
              <a:rPr lang="en-US" sz="3000" dirty="0">
                <a:solidFill>
                  <a:srgbClr val="102C30"/>
                </a:solidFill>
                <a:latin typeface="Arial"/>
                <a:ea typeface="+mn-lt"/>
                <a:cs typeface="Arial"/>
              </a:rPr>
              <a:t>, practice and misconception-targeted feedback.</a:t>
            </a:r>
            <a:endParaRPr lang="en-US">
              <a:latin typeface="Arial"/>
              <a:cs typeface="Arial"/>
            </a:endParaRPr>
          </a:p>
          <a:p>
            <a:endParaRPr lang="en-US" sz="3000" dirty="0">
              <a:solidFill>
                <a:srgbClr val="102C30"/>
              </a:solidFill>
            </a:endParaRPr>
          </a:p>
        </p:txBody>
      </p:sp>
      <p:sp>
        <p:nvSpPr>
          <p:cNvPr id="229" name="TX 25"/>
          <p:cNvSpPr txBox="1"/>
          <p:nvPr/>
        </p:nvSpPr>
        <p:spPr>
          <a:xfrm>
            <a:off x="10926145" y="6747070"/>
            <a:ext cx="9344891" cy="2006640"/>
          </a:xfrm>
          <a:prstGeom prst="rect">
            <a:avLst/>
          </a:prstGeom>
          <a:noFill/>
        </p:spPr>
        <p:txBody>
          <a:bodyPr wrap="square" lIns="0" tIns="0" rIns="0" bIns="0" anchor="t">
            <a:spAutoFit/>
          </a:bodyPr>
          <a:lstStyle/>
          <a:p>
            <a:pPr>
              <a:lnSpc>
                <a:spcPct val="110000"/>
              </a:lnSpc>
            </a:pPr>
            <a:r>
              <a:rPr lang="en-US" sz="3000" dirty="0">
                <a:solidFill>
                  <a:srgbClr val="102C30"/>
                </a:solidFill>
                <a:latin typeface="Arial"/>
                <a:ea typeface="+mn-lt"/>
                <a:cs typeface="Arial"/>
              </a:rPr>
              <a:t>Develop an interactive web-based  platform that helps novice programmers learn Python strings through </a:t>
            </a:r>
            <a:r>
              <a:rPr lang="en-US" sz="3000" dirty="0" err="1">
                <a:solidFill>
                  <a:srgbClr val="102C30"/>
                </a:solidFill>
                <a:latin typeface="Arial"/>
                <a:ea typeface="+mn-lt"/>
                <a:cs typeface="Arial"/>
              </a:rPr>
              <a:t>visualisation</a:t>
            </a:r>
            <a:r>
              <a:rPr lang="en-US" sz="3000" dirty="0">
                <a:solidFill>
                  <a:srgbClr val="102C30"/>
                </a:solidFill>
                <a:latin typeface="Arial"/>
                <a:ea typeface="+mn-lt"/>
                <a:cs typeface="Arial"/>
              </a:rPr>
              <a:t>, practice, misconception-targeted feedback and English/isiXhosa learning support.</a:t>
            </a:r>
            <a:endParaRPr lang="en-US" sz="3000">
              <a:solidFill>
                <a:srgbClr val="102C30"/>
              </a:solidFill>
              <a:latin typeface="Arial"/>
              <a:cs typeface="Arial"/>
            </a:endParaRPr>
          </a:p>
        </p:txBody>
      </p:sp>
      <p:sp>
        <p:nvSpPr>
          <p:cNvPr id="230" name="TX 26"/>
          <p:cNvSpPr txBox="1"/>
          <p:nvPr/>
        </p:nvSpPr>
        <p:spPr>
          <a:xfrm>
            <a:off x="485833" y="13792200"/>
            <a:ext cx="19748500" cy="1384995"/>
          </a:xfrm>
          <a:prstGeom prst="rect">
            <a:avLst/>
          </a:prstGeom>
          <a:noFill/>
        </p:spPr>
        <p:txBody>
          <a:bodyPr wrap="square" lIns="0" tIns="0" rIns="0" bIns="0" anchor="t">
            <a:spAutoFit/>
          </a:bodyPr>
          <a:lstStyle/>
          <a:p>
            <a:r>
              <a:rPr lang="en-US" sz="3000" dirty="0">
                <a:solidFill>
                  <a:srgbClr val="102C30"/>
                </a:solidFill>
                <a:latin typeface="Arial"/>
                <a:ea typeface="+mn-lt"/>
                <a:cs typeface="Arial"/>
              </a:rPr>
              <a:t>The String </a:t>
            </a:r>
            <a:r>
              <a:rPr lang="en-US" sz="3000" dirty="0" err="1">
                <a:solidFill>
                  <a:srgbClr val="102C30"/>
                </a:solidFill>
                <a:latin typeface="Arial"/>
                <a:ea typeface="+mn-lt"/>
                <a:cs typeface="Arial"/>
              </a:rPr>
              <a:t>Visualiser</a:t>
            </a:r>
            <a:r>
              <a:rPr lang="en-US" sz="3000" dirty="0">
                <a:solidFill>
                  <a:srgbClr val="102C30"/>
                </a:solidFill>
                <a:latin typeface="Arial"/>
                <a:ea typeface="+mn-lt"/>
                <a:cs typeface="Arial"/>
              </a:rPr>
              <a:t> turns Python string operations into interactive, step-by-step explanations. Learners can explore indexing and slicing using character highlighting, positive and negative indices, and narrated explanations of how Python produces each result. See the operation. Follow the indices. Understand the result.</a:t>
            </a:r>
            <a:endParaRPr lang="en-US">
              <a:latin typeface="Arial"/>
              <a:cs typeface="Arial"/>
            </a:endParaRPr>
          </a:p>
        </p:txBody>
      </p:sp>
      <p:sp>
        <p:nvSpPr>
          <p:cNvPr id="231" name="TX 27"/>
          <p:cNvSpPr txBox="1"/>
          <p:nvPr/>
        </p:nvSpPr>
        <p:spPr>
          <a:xfrm>
            <a:off x="874684" y="17348200"/>
            <a:ext cx="9344891" cy="3590727"/>
          </a:xfrm>
          <a:prstGeom prst="rect">
            <a:avLst/>
          </a:prstGeom>
          <a:noFill/>
        </p:spPr>
        <p:txBody>
          <a:bodyPr wrap="square" lIns="0" tIns="0" rIns="0" bIns="0" anchor="t">
            <a:spAutoFit/>
          </a:bodyPr>
          <a:lstStyle/>
          <a:p>
            <a:pPr marL="0" indent="0" algn="l">
              <a:lnSpc>
                <a:spcPct val="100000"/>
              </a:lnSpc>
              <a:spcBef>
                <a:spcPts val="0"/>
              </a:spcBef>
              <a:spcAft>
                <a:spcPts val="1400"/>
              </a:spcAft>
              <a:buNone/>
            </a:pPr>
            <a:r>
              <a:rPr lang="en-US" sz="3000" b="0" dirty="0">
                <a:solidFill>
                  <a:srgbClr val="102C30"/>
                </a:solidFill>
                <a:latin typeface="Arial"/>
                <a:cs typeface="Arial"/>
              </a:rPr>
              <a:t>Code Space provides an editor and execution surface independent of the module sequence, reachable without an account.</a:t>
            </a:r>
          </a:p>
          <a:p>
            <a:pPr marL="0" indent="0" algn="l">
              <a:lnSpc>
                <a:spcPct val="100000"/>
              </a:lnSpc>
              <a:spcBef>
                <a:spcPts val="0"/>
              </a:spcBef>
              <a:spcAft>
                <a:spcPts val="0"/>
              </a:spcAft>
              <a:buNone/>
            </a:pPr>
            <a:r>
              <a:rPr lang="en-US" sz="3000" b="0" dirty="0">
                <a:solidFill>
                  <a:srgbClr val="102C30"/>
                </a:solidFill>
                <a:latin typeface="Arial"/>
                <a:cs typeface="Arial"/>
              </a:rPr>
              <a:t>Submitted code is sandboxed with a five-second limit and a 200-step tracer cap; a transpile control converts the editor’s contents into isiXhosa keyword form.</a:t>
            </a:r>
          </a:p>
          <a:p>
            <a:pPr marL="0" indent="0" algn="l">
              <a:lnSpc>
                <a:spcPct val="100000"/>
              </a:lnSpc>
              <a:spcBef>
                <a:spcPts val="1400"/>
              </a:spcBef>
              <a:spcAft>
                <a:spcPts val="0"/>
              </a:spcAft>
              <a:buNone/>
            </a:pPr>
            <a:r>
              <a:rPr lang="en-US" sz="3000" b="0" dirty="0">
                <a:solidFill>
                  <a:srgbClr val="102C30"/>
                </a:solidFill>
                <a:latin typeface="Arial"/>
                <a:cs typeface="Arial"/>
              </a:rPr>
              <a:t>It returns output only, performing no grading.</a:t>
            </a:r>
          </a:p>
        </p:txBody>
      </p:sp>
      <p:sp>
        <p:nvSpPr>
          <p:cNvPr id="232" name="TX 28"/>
          <p:cNvSpPr txBox="1"/>
          <p:nvPr/>
        </p:nvSpPr>
        <p:spPr>
          <a:xfrm>
            <a:off x="10778374" y="17018000"/>
            <a:ext cx="9344891" cy="3693319"/>
          </a:xfrm>
          <a:prstGeom prst="rect">
            <a:avLst/>
          </a:prstGeom>
          <a:noFill/>
        </p:spPr>
        <p:txBody>
          <a:bodyPr wrap="square" lIns="0" tIns="0" rIns="0" bIns="0" anchor="t">
            <a:spAutoFit/>
          </a:bodyPr>
          <a:lstStyle/>
          <a:p>
            <a:pPr>
              <a:spcAft>
                <a:spcPts val="1400"/>
              </a:spcAft>
            </a:pPr>
            <a:r>
              <a:rPr lang="en-US" sz="3000">
                <a:solidFill>
                  <a:srgbClr val="102C30"/>
                </a:solidFill>
                <a:latin typeface="Arial"/>
                <a:ea typeface="+mn-lt"/>
                <a:cs typeface="Arial"/>
              </a:rPr>
              <a:t>Incorrect answers can be linked to known string misconceptions. Instead of only marking an answer wrong, String Conundrum explains the likely mistake and shows a worked visual example. Practice includes multiple-choice, select-all, short-answer and code-writing questions. New questions can be generated from templates, while weak areas are linked back into practice.</a:t>
            </a:r>
            <a:endParaRPr lang="en-US">
              <a:latin typeface="Arial"/>
              <a:cs typeface="Arial"/>
            </a:endParaRPr>
          </a:p>
        </p:txBody>
      </p:sp>
      <p:sp>
        <p:nvSpPr>
          <p:cNvPr id="233" name="TX 29"/>
          <p:cNvSpPr txBox="1"/>
          <p:nvPr/>
        </p:nvSpPr>
        <p:spPr>
          <a:xfrm>
            <a:off x="874684" y="22123400"/>
            <a:ext cx="19268902" cy="461665"/>
          </a:xfrm>
          <a:prstGeom prst="rect">
            <a:avLst/>
          </a:prstGeom>
          <a:noFill/>
        </p:spPr>
        <p:txBody>
          <a:bodyPr wrap="square" lIns="0" tIns="0" rIns="0" bIns="0" anchor="t">
            <a:spAutoFit/>
          </a:bodyPr>
          <a:lstStyle/>
          <a:p>
            <a:pPr algn="l">
              <a:lnSpc>
                <a:spcPct val="100000"/>
              </a:lnSpc>
              <a:spcBef>
                <a:spcPts val="0"/>
              </a:spcBef>
              <a:spcAft>
                <a:spcPts val="0"/>
              </a:spcAft>
              <a:buNone/>
            </a:pPr>
            <a:r>
              <a:rPr lang="en-US" sz="3000" b="1" dirty="0">
                <a:solidFill>
                  <a:srgbClr val="102C30"/>
                </a:solidFill>
                <a:latin typeface="Arial"/>
                <a:cs typeface="Arial"/>
              </a:rPr>
              <a:t>Three target-user evaluation cycles (n = 11, 11, 13) · expert review · peer developer evaluation · UAT</a:t>
            </a:r>
          </a:p>
        </p:txBody>
      </p:sp>
      <p:sp>
        <p:nvSpPr>
          <p:cNvPr id="236" name="TX 32"/>
          <p:cNvSpPr txBox="1"/>
          <p:nvPr/>
        </p:nvSpPr>
        <p:spPr>
          <a:xfrm>
            <a:off x="14220767" y="23559860"/>
            <a:ext cx="6370320" cy="34290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2600" b="1" dirty="0">
                <a:solidFill>
                  <a:srgbClr val="12857C"/>
                </a:solidFill>
                <a:latin typeface="Arial"/>
                <a:cs typeface="Arial"/>
              </a:rPr>
              <a:t>Usability (SUS). </a:t>
            </a:r>
            <a:r>
              <a:rPr lang="en-US" sz="2600" b="0" dirty="0">
                <a:solidFill>
                  <a:srgbClr val="102C30"/>
                </a:solidFill>
                <a:latin typeface="Arial"/>
                <a:cs typeface="Arial"/>
              </a:rPr>
              <a:t>Scores remained similar despite differences in participant population and evaluation context.</a:t>
            </a:r>
          </a:p>
          <a:p>
            <a:pPr algn="l">
              <a:lnSpc>
                <a:spcPct val="100000"/>
              </a:lnSpc>
              <a:spcBef>
                <a:spcPts val="1400"/>
              </a:spcBef>
              <a:spcAft>
                <a:spcPts val="0"/>
              </a:spcAft>
              <a:buNone/>
            </a:pPr>
            <a:r>
              <a:rPr lang="en-US" sz="2600" b="1" dirty="0">
                <a:solidFill>
                  <a:srgbClr val="12857C"/>
                </a:solidFill>
                <a:latin typeface="Arial"/>
                <a:cs typeface="Arial"/>
              </a:rPr>
              <a:t>Applied knowledge. </a:t>
            </a:r>
            <a:r>
              <a:rPr lang="en-US" sz="2600" b="0" dirty="0">
                <a:solidFill>
                  <a:srgbClr val="102C30"/>
                </a:solidFill>
                <a:latin typeface="Arial"/>
                <a:cs typeface="Arial"/>
              </a:rPr>
              <a:t>In Cycle 2, indexing, slicing, and comparison each reached 100% fully correct.</a:t>
            </a:r>
          </a:p>
        </p:txBody>
      </p:sp>
      <p:sp>
        <p:nvSpPr>
          <p:cNvPr id="237" name="TX 33"/>
          <p:cNvSpPr txBox="1"/>
          <p:nvPr/>
        </p:nvSpPr>
        <p:spPr>
          <a:xfrm>
            <a:off x="544723" y="26533457"/>
            <a:ext cx="19888200" cy="923330"/>
          </a:xfrm>
          <a:prstGeom prst="rect">
            <a:avLst/>
          </a:prstGeom>
          <a:noFill/>
        </p:spPr>
        <p:txBody>
          <a:bodyPr wrap="square" lIns="0" tIns="0" rIns="0" bIns="0" anchor="t">
            <a:spAutoFit/>
          </a:bodyPr>
          <a:lstStyle/>
          <a:p>
            <a:r>
              <a:rPr lang="en-US" sz="3000" b="1">
                <a:solidFill>
                  <a:srgbClr val="A6C8E8"/>
                </a:solidFill>
                <a:latin typeface="Arial"/>
                <a:cs typeface="Arial"/>
              </a:rPr>
              <a:t>CONCLUSION </a:t>
            </a:r>
            <a:r>
              <a:rPr lang="en-US" sz="3000" b="1">
                <a:solidFill>
                  <a:schemeClr val="bg1"/>
                </a:solidFill>
                <a:latin typeface="Arial"/>
                <a:cs typeface="Arial"/>
              </a:rPr>
              <a:t> </a:t>
            </a:r>
            <a:r>
              <a:rPr lang="en-US" sz="3000">
                <a:solidFill>
                  <a:schemeClr val="bg1"/>
                </a:solidFill>
                <a:ea typeface="+mn-lt"/>
                <a:cs typeface="+mn-lt"/>
              </a:rPr>
              <a:t>String Conundrum makes Python string </a:t>
            </a:r>
            <a:r>
              <a:rPr lang="en-US" sz="3000" err="1">
                <a:solidFill>
                  <a:schemeClr val="bg1"/>
                </a:solidFill>
                <a:ea typeface="+mn-lt"/>
                <a:cs typeface="+mn-lt"/>
              </a:rPr>
              <a:t>behaviour</a:t>
            </a:r>
            <a:r>
              <a:rPr lang="en-US" sz="3000">
                <a:solidFill>
                  <a:schemeClr val="bg1"/>
                </a:solidFill>
                <a:ea typeface="+mn-lt"/>
                <a:cs typeface="+mn-lt"/>
              </a:rPr>
              <a:t> visible, explains misconceptions and supports English/isiXhosa learning. Evaluation showed positive usability and immediate understanding of core concepts.</a:t>
            </a:r>
            <a:endParaRPr lang="en-US" sz="3000" b="0">
              <a:solidFill>
                <a:schemeClr val="bg1"/>
              </a:solidFill>
              <a:latin typeface="Arial"/>
              <a:cs typeface="Arial"/>
            </a:endParaRPr>
          </a:p>
        </p:txBody>
      </p:sp>
      <p:sp>
        <p:nvSpPr>
          <p:cNvPr id="238" name="TX 34"/>
          <p:cNvSpPr txBox="1"/>
          <p:nvPr/>
        </p:nvSpPr>
        <p:spPr>
          <a:xfrm>
            <a:off x="3134129" y="28310044"/>
            <a:ext cx="4826000" cy="914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2600" b="1" dirty="0">
                <a:solidFill>
                  <a:srgbClr val="102C30"/>
                </a:solidFill>
                <a:latin typeface="Arial"/>
                <a:cs typeface="Arial"/>
              </a:rPr>
              <a:t>University of Cape Town</a:t>
            </a:r>
          </a:p>
          <a:p>
            <a:pPr algn="l">
              <a:lnSpc>
                <a:spcPct val="100000"/>
              </a:lnSpc>
              <a:spcBef>
                <a:spcPts val="0"/>
              </a:spcBef>
              <a:spcAft>
                <a:spcPts val="0"/>
              </a:spcAft>
              <a:buNone/>
            </a:pPr>
            <a:r>
              <a:rPr lang="en-US" sz="2300" b="0" dirty="0">
                <a:solidFill>
                  <a:srgbClr val="102C30"/>
                </a:solidFill>
                <a:latin typeface="Arial"/>
                <a:cs typeface="Arial"/>
              </a:rPr>
              <a:t>Department of Computer Science</a:t>
            </a:r>
          </a:p>
        </p:txBody>
      </p:sp>
      <p:sp>
        <p:nvSpPr>
          <p:cNvPr id="239" name="TX 35"/>
          <p:cNvSpPr txBox="1"/>
          <p:nvPr/>
        </p:nvSpPr>
        <p:spPr>
          <a:xfrm>
            <a:off x="7721600" y="28181300"/>
            <a:ext cx="5588000" cy="914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2300" b="1" dirty="0">
                <a:solidFill>
                  <a:srgbClr val="102C30"/>
                </a:solidFill>
                <a:latin typeface="Arial"/>
                <a:cs typeface="Arial"/>
              </a:rPr>
              <a:t>Hlomla Kuhlane · Luvuyo Matomela</a:t>
            </a:r>
          </a:p>
          <a:p>
            <a:pPr algn="l">
              <a:lnSpc>
                <a:spcPct val="100000"/>
              </a:lnSpc>
              <a:spcBef>
                <a:spcPts val="0"/>
              </a:spcBef>
              <a:spcAft>
                <a:spcPts val="0"/>
              </a:spcAft>
              <a:buNone/>
            </a:pPr>
            <a:r>
              <a:rPr lang="en-US" sz="2300" b="0" dirty="0">
                <a:solidFill>
                  <a:srgbClr val="405D61"/>
                </a:solidFill>
                <a:latin typeface="Arial"/>
                <a:cs typeface="Arial"/>
              </a:rPr>
              <a:t>khlhlo002@myuct.ac.za</a:t>
            </a:r>
          </a:p>
          <a:p>
            <a:pPr algn="l">
              <a:lnSpc>
                <a:spcPct val="100000"/>
              </a:lnSpc>
              <a:spcBef>
                <a:spcPts val="0"/>
              </a:spcBef>
              <a:spcAft>
                <a:spcPts val="0"/>
              </a:spcAft>
              <a:buNone/>
            </a:pPr>
            <a:r>
              <a:rPr lang="en-US" sz="2300" b="0" dirty="0">
                <a:solidFill>
                  <a:srgbClr val="405D61"/>
                </a:solidFill>
                <a:latin typeface="Arial"/>
                <a:cs typeface="Arial"/>
              </a:rPr>
              <a:t>mtmluv001@myuct.ac.za</a:t>
            </a:r>
          </a:p>
        </p:txBody>
      </p:sp>
      <p:sp>
        <p:nvSpPr>
          <p:cNvPr id="240" name="TX 36"/>
          <p:cNvSpPr txBox="1"/>
          <p:nvPr/>
        </p:nvSpPr>
        <p:spPr>
          <a:xfrm>
            <a:off x="13436600" y="28181300"/>
            <a:ext cx="5207000" cy="914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2300" b="1" dirty="0">
                <a:solidFill>
                  <a:srgbClr val="12857C"/>
                </a:solidFill>
                <a:latin typeface="Arial"/>
                <a:cs typeface="Arial"/>
              </a:rPr>
              <a:t>Supervisors</a:t>
            </a:r>
          </a:p>
          <a:p>
            <a:r>
              <a:rPr lang="en-US" sz="2300" b="0" dirty="0">
                <a:solidFill>
                  <a:srgbClr val="102C30"/>
                </a:solidFill>
                <a:latin typeface="Arial"/>
                <a:cs typeface="Arial"/>
              </a:rPr>
              <a:t>Aslam Safla</a:t>
            </a:r>
            <a:r>
              <a:rPr lang="en-US" sz="2300" dirty="0">
                <a:solidFill>
                  <a:srgbClr val="102C30"/>
                </a:solidFill>
                <a:latin typeface="Arial"/>
                <a:cs typeface="Arial"/>
              </a:rPr>
              <a:t>: </a:t>
            </a:r>
            <a:r>
              <a:rPr lang="en-US" sz="2300" dirty="0">
                <a:solidFill>
                  <a:srgbClr val="102C30"/>
                </a:solidFill>
                <a:latin typeface="Arial"/>
                <a:cs typeface="Arial"/>
                <a:hlinkClick r:id="rId11"/>
              </a:rPr>
              <a:t>asafla@cs.uct.ac.za</a:t>
            </a:r>
            <a:endParaRPr lang="en-US" sz="2300" b="0" dirty="0">
              <a:solidFill>
                <a:srgbClr val="102C30"/>
              </a:solidFill>
              <a:latin typeface="Arial"/>
              <a:cs typeface="Arial"/>
              <a:hlinkClick r:id="rId11"/>
            </a:endParaRPr>
          </a:p>
          <a:p>
            <a:pPr algn="l">
              <a:lnSpc>
                <a:spcPct val="100000"/>
              </a:lnSpc>
              <a:spcBef>
                <a:spcPts val="0"/>
              </a:spcBef>
              <a:spcAft>
                <a:spcPts val="0"/>
              </a:spcAft>
              <a:buNone/>
            </a:pPr>
            <a:r>
              <a:rPr lang="en-US" sz="2300" b="1" dirty="0">
                <a:solidFill>
                  <a:srgbClr val="12857C"/>
                </a:solidFill>
                <a:latin typeface="Arial"/>
                <a:cs typeface="Arial"/>
              </a:rPr>
              <a:t>Live: </a:t>
            </a:r>
            <a:r>
              <a:rPr lang="en-US" sz="2300" b="0" dirty="0">
                <a:solidFill>
                  <a:srgbClr val="102C30"/>
                </a:solidFill>
                <a:latin typeface="Arial"/>
                <a:cs typeface="Arial"/>
              </a:rPr>
              <a:t>string-1.cs.uct.ac.za</a:t>
            </a:r>
          </a:p>
        </p:txBody>
      </p:sp>
      <p:sp>
        <p:nvSpPr>
          <p:cNvPr id="900" name="Mascot speech bubble"/>
          <p:cNvSpPr/>
          <p:nvPr/>
        </p:nvSpPr>
        <p:spPr>
          <a:xfrm>
            <a:off x="15341600" y="11239500"/>
            <a:ext cx="5334000" cy="1168400"/>
          </a:xfrm>
          <a:prstGeom prst="wedgeRoundRectCallout">
            <a:avLst>
              <a:gd name="adj1" fmla="val 30000"/>
              <a:gd name="adj2" fmla="val -78000"/>
              <a:gd name="adj3" fmla="val 16667"/>
            </a:avLst>
          </a:prstGeom>
          <a:solidFill>
            <a:srgbClr val="FFFFFF"/>
          </a:solidFill>
          <a:ln w="28575">
            <a:solidFill>
              <a:srgbClr val="0B2A5B"/>
            </a:solidFill>
          </a:ln>
        </p:spPr>
        <p:txBody>
          <a:bodyPr wrap="square" lIns="127000" tIns="91440" rIns="101600" bIns="91440" anchor="ctr">
            <a:noAutofit/>
          </a:bodyPr>
          <a:lstStyle/>
          <a:p>
            <a:pPr algn="l"/>
            <a:r>
              <a:rPr lang="en-US" sz="2400" b="1" dirty="0">
                <a:solidFill>
                  <a:srgbClr val="2D6BE4"/>
                </a:solidFill>
                <a:latin typeface="Arial"/>
                <a:cs typeface="Arial"/>
              </a:rPr>
              <a:t>Hi! I’m the comma at index 5.</a:t>
            </a:r>
          </a:p>
          <a:p>
            <a:pPr algn="l"/>
            <a:r>
              <a:rPr lang="en-US" sz="2400" b="1" dirty="0">
                <a:solidFill>
                  <a:srgbClr val="102C30"/>
                </a:solidFill>
                <a:latin typeface="Arial"/>
                <a:cs typeface="Arial"/>
              </a:rPr>
              <a:t>Stop is excluded, so am I!</a:t>
            </a:r>
          </a:p>
        </p:txBody>
      </p:sp>
      <p:pic>
        <p:nvPicPr>
          <p:cNvPr id="3" name="School of IT logo">
            <a:extLst>
              <a:ext uri="{FF2B5EF4-FFF2-40B4-BE49-F238E27FC236}">
                <a16:creationId xmlns:a16="http://schemas.microsoft.com/office/drawing/2014/main" id="{2D87572D-0C48-08C8-0581-4D4628CFC003}"/>
              </a:ext>
            </a:extLst>
          </p:cNvPr>
          <p:cNvPicPr>
            <a:picLocks noChangeAspect="1"/>
          </p:cNvPicPr>
          <p:nvPr/>
        </p:nvPicPr>
        <p:blipFill>
          <a:blip r:embed="rId12"/>
          <a:stretch>
            <a:fillRect/>
          </a:stretch>
        </p:blipFill>
        <p:spPr>
          <a:xfrm>
            <a:off x="635000" y="29413200"/>
            <a:ext cx="3623310" cy="457200"/>
          </a:xfrm>
          <a:prstGeom prst="rect">
            <a:avLst/>
          </a:prstGeom>
        </p:spPr>
      </p:pic>
      <p:sp>
        <p:nvSpPr>
          <p:cNvPr id="5" name="TX 7">
            <a:extLst>
              <a:ext uri="{FF2B5EF4-FFF2-40B4-BE49-F238E27FC236}">
                <a16:creationId xmlns:a16="http://schemas.microsoft.com/office/drawing/2014/main" id="{46EC58FC-859E-9330-BD71-366D33408144}"/>
              </a:ext>
            </a:extLst>
          </p:cNvPr>
          <p:cNvSpPr txBox="1"/>
          <p:nvPr/>
        </p:nvSpPr>
        <p:spPr>
          <a:xfrm>
            <a:off x="602923" y="4094272"/>
            <a:ext cx="8950036" cy="7874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4700" b="1" dirty="0">
                <a:solidFill>
                  <a:srgbClr val="12857C"/>
                </a:solidFill>
                <a:latin typeface="Arial"/>
                <a:cs typeface="Arial"/>
              </a:rPr>
              <a:t>Why did my code do that?</a:t>
            </a:r>
          </a:p>
        </p:txBody>
      </p:sp>
      <p:sp>
        <p:nvSpPr>
          <p:cNvPr id="7" name="TX 8">
            <a:extLst>
              <a:ext uri="{FF2B5EF4-FFF2-40B4-BE49-F238E27FC236}">
                <a16:creationId xmlns:a16="http://schemas.microsoft.com/office/drawing/2014/main" id="{7BA92710-7989-DD08-B657-4C1000675E93}"/>
              </a:ext>
            </a:extLst>
          </p:cNvPr>
          <p:cNvSpPr txBox="1"/>
          <p:nvPr/>
        </p:nvSpPr>
        <p:spPr>
          <a:xfrm>
            <a:off x="611446" y="4843572"/>
            <a:ext cx="13688291" cy="508000"/>
          </a:xfrm>
          <a:prstGeom prst="rect">
            <a:avLst/>
          </a:prstGeom>
          <a:noFill/>
        </p:spPr>
        <p:txBody>
          <a:bodyPr wrap="square" lIns="0" tIns="0" rIns="0" bIns="0" anchor="t">
            <a:noAutofit/>
          </a:bodyPr>
          <a:lstStyle/>
          <a:p>
            <a:r>
              <a:rPr lang="en-US" sz="3400" dirty="0">
                <a:solidFill>
                  <a:srgbClr val="102C30"/>
                </a:solidFill>
                <a:latin typeface="Aptos"/>
                <a:cs typeface="Arial"/>
              </a:rPr>
              <a:t>Learn</a:t>
            </a:r>
            <a:r>
              <a:rPr lang="en-US" sz="3400" dirty="0">
                <a:solidFill>
                  <a:srgbClr val="102C30"/>
                </a:solidFill>
                <a:ea typeface="+mn-lt"/>
                <a:cs typeface="+mn-lt"/>
              </a:rPr>
              <a:t> Python strings through </a:t>
            </a:r>
            <a:r>
              <a:rPr lang="en-US" sz="3400" dirty="0" err="1">
                <a:solidFill>
                  <a:srgbClr val="102C30"/>
                </a:solidFill>
                <a:ea typeface="+mn-lt"/>
                <a:cs typeface="+mn-lt"/>
              </a:rPr>
              <a:t>visualisation</a:t>
            </a:r>
            <a:r>
              <a:rPr lang="en-US" sz="3400" dirty="0">
                <a:solidFill>
                  <a:srgbClr val="102C30"/>
                </a:solidFill>
                <a:ea typeface="+mn-lt"/>
                <a:cs typeface="+mn-lt"/>
              </a:rPr>
              <a:t>, targeted feedback and isiXhosa </a:t>
            </a:r>
            <a:r>
              <a:rPr lang="en-US" sz="3400" dirty="0" err="1">
                <a:solidFill>
                  <a:srgbClr val="102C30"/>
                </a:solidFill>
                <a:ea typeface="+mn-lt"/>
                <a:cs typeface="+mn-lt"/>
              </a:rPr>
              <a:t>localisation</a:t>
            </a:r>
            <a:r>
              <a:rPr lang="en-US" sz="3400" dirty="0">
                <a:solidFill>
                  <a:srgbClr val="102C30"/>
                </a:solidFill>
                <a:ea typeface="+mn-lt"/>
                <a:cs typeface="+mn-lt"/>
              </a:rPr>
              <a:t>.</a:t>
            </a:r>
            <a:endParaRPr lang="en-US" dirty="0"/>
          </a:p>
        </p:txBody>
      </p:sp>
    </p:spTree>
    <p:extLst>
      <p:ext uri="{BB962C8B-B14F-4D97-AF65-F5344CB8AC3E}">
        <p14:creationId xmlns:p14="http://schemas.microsoft.com/office/powerpoint/2010/main" val="1474801932"/>
      </p:ext>
    </p:extLst>
  </p:cSld>
  <p:clrMapOvr>
    <a:masterClrMapping/>
  </p:clrMapOvr>
</p:sld>
</file>

<file path=ppt/theme/theme1.xml><?xml version="1.0" encoding="utf-8"?>
<a:theme xmlns:a="http://schemas.openxmlformats.org/drawingml/2006/main" name="Office Theme [1791141804034]">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28964FD-CA80-4B09-9D70-1D7A30805FD2}">
  <we:reference id="wa200010001" version="1.0.0.1" store="en-US" storeType="OMEX"/>
  <we:alternateReferences>
    <we:reference id="WA200010001" version="1.0.0.1" store="WA200010001" storeType="OMEX"/>
  </we:alternateReferences>
  <we:properties>
    <we:property name="claude.fileId" value="&quot;acab6517-d65a-4bb6-a7ba-f3d2f9c0c3f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519</TotalTime>
  <Words>527</Words>
  <Application>Microsoft Office PowerPoint</Application>
  <PresentationFormat>Custom</PresentationFormat>
  <Paragraphs>110</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 [1791141804034]</vt:lpstr>
      <vt:lpstr>PowerPoint Presentation</vt:lpstr>
    </vt:vector>
  </TitlesOfParts>
  <Company>Sanlam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Luvuyo Matomela (Group Office)</dc:creator>
  <cp:lastModifiedBy>Luvuyo Matomela (Group Office)</cp:lastModifiedBy>
  <cp:revision>315</cp:revision>
  <dcterms:created xsi:type="dcterms:W3CDTF">2026-10-04T19:23:23Z</dcterms:created>
  <dcterms:modified xsi:type="dcterms:W3CDTF">2026-10-05T22:41:14Z</dcterms:modified>
</cp:coreProperties>
</file>