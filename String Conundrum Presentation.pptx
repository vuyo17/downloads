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sldIdLst>
    <p:sldId id="291" r:id="rId5"/>
    <p:sldId id="292" r:id="rId6"/>
    <p:sldId id="293" r:id="rId7"/>
    <p:sldId id="264" r:id="rId8"/>
    <p:sldId id="287" r:id="rId9"/>
    <p:sldId id="294" r:id="rId10"/>
    <p:sldId id="265" r:id="rId11"/>
    <p:sldId id="288" r:id="rId12"/>
    <p:sldId id="272" r:id="rId13"/>
    <p:sldId id="289" r:id="rId14"/>
    <p:sldId id="290" r:id="rId15"/>
    <p:sldId id="311" r:id="rId16"/>
    <p:sldId id="312" r:id="rId17"/>
    <p:sldId id="266" r:id="rId18"/>
    <p:sldId id="282" r:id="rId19"/>
    <p:sldId id="301" r:id="rId20"/>
    <p:sldId id="308" r:id="rId21"/>
    <p:sldId id="305" r:id="rId22"/>
    <p:sldId id="306" r:id="rId23"/>
    <p:sldId id="302" r:id="rId24"/>
    <p:sldId id="313" r:id="rId25"/>
    <p:sldId id="280" r:id="rId26"/>
    <p:sldId id="279" r:id="rId27"/>
    <p:sldId id="27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224" userDrawn="1">
          <p15:clr>
            <a:srgbClr val="A4A3A4"/>
          </p15:clr>
        </p15:guide>
        <p15:guide id="5" orient="horz" pos="408" userDrawn="1">
          <p15:clr>
            <a:srgbClr val="A4A3A4"/>
          </p15:clr>
        </p15:guide>
        <p15:guide id="6" orient="horz" pos="139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7BFB9A-A2F4-4A55-A9B7-575123CB5DA4}" v="7" dt="2026-04-30T00:43:24.710"/>
    <p1510:client id="{700658C6-CB7D-655F-1F5E-AD044EA112FD}" v="2" dt="2026-04-30T00:44:06.898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3" y="43"/>
      </p:cViewPr>
      <p:guideLst>
        <p:guide orient="horz" pos="2184"/>
        <p:guide pos="456"/>
        <p:guide pos="3840"/>
        <p:guide pos="7224"/>
        <p:guide orient="horz" pos="408"/>
        <p:guide orient="horz" pos="13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D8915E-DC14-41D6-9BB5-F49E1C265163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FE81FEC-2664-411F-AEB3-065F29F52751}">
      <dgm:prSet custT="1"/>
      <dgm:spPr/>
      <dgm:t>
        <a:bodyPr/>
        <a:lstStyle/>
        <a:p>
          <a:pPr marL="0">
            <a:buNone/>
          </a:pPr>
          <a:r>
            <a:rPr lang="en-US" sz="1400">
              <a:solidFill>
                <a:srgbClr val="64748B"/>
              </a:solidFill>
            </a:rPr>
            <a:t>Measure learning gain through pre and post testing with UCT first-year Python students</a:t>
          </a:r>
          <a:endParaRPr lang="en-US" sz="1400" b="1" i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BC007E-0269-421B-9C41-DE26D5C3A822}" type="parTrans" cxnId="{711E093C-AD42-45A4-8D40-A2D39702062E}">
      <dgm:prSet/>
      <dgm:spPr/>
      <dgm:t>
        <a:bodyPr/>
        <a:lstStyle/>
        <a:p>
          <a:endParaRPr lang="en-US"/>
        </a:p>
      </dgm:t>
    </dgm:pt>
    <dgm:pt modelId="{80230EB7-7230-4881-A631-309C07417378}" type="sibTrans" cxnId="{711E093C-AD42-45A4-8D40-A2D39702062E}">
      <dgm:prSet/>
      <dgm:spPr/>
      <dgm:t>
        <a:bodyPr/>
        <a:lstStyle/>
        <a:p>
          <a:endParaRPr lang="en-US"/>
        </a:p>
      </dgm:t>
    </dgm:pt>
    <dgm:pt modelId="{73D947E0-108F-4D20-A71E-3CF329F97212}">
      <dgm:prSet phldr="0" custT="1"/>
      <dgm:spPr/>
      <dgm:t>
        <a:bodyPr/>
        <a:lstStyle/>
        <a:p>
          <a:pPr marL="0">
            <a:buNone/>
          </a:pPr>
          <a:r>
            <a:rPr lang="en-US" sz="1600" b="1">
              <a:solidFill>
                <a:srgbClr val="1A1A2E"/>
              </a:solidFill>
            </a:rPr>
            <a:t>Visualize Strings</a:t>
          </a:r>
          <a:endParaRPr lang="en-US" sz="1600" b="1" i="0">
            <a:latin typeface="+mj-lt"/>
            <a:cs typeface="Arial Black" panose="020B0604020202020204" pitchFamily="34" charset="0"/>
          </a:endParaRPr>
        </a:p>
      </dgm:t>
    </dgm:pt>
    <dgm:pt modelId="{9D249532-A24D-4D8F-848A-9F42F2E486C9}" type="parTrans" cxnId="{A0077D09-C12C-46D0-8DF7-194B6911362A}">
      <dgm:prSet/>
      <dgm:spPr/>
      <dgm:t>
        <a:bodyPr/>
        <a:lstStyle/>
        <a:p>
          <a:endParaRPr lang="en-US"/>
        </a:p>
      </dgm:t>
    </dgm:pt>
    <dgm:pt modelId="{AE813459-65AB-4FA9-B717-330DDA6DFA4E}" type="sibTrans" cxnId="{A0077D09-C12C-46D0-8DF7-194B6911362A}">
      <dgm:prSet/>
      <dgm:spPr/>
      <dgm:t>
        <a:bodyPr/>
        <a:lstStyle/>
        <a:p>
          <a:endParaRPr lang="en-US"/>
        </a:p>
      </dgm:t>
    </dgm:pt>
    <dgm:pt modelId="{50418D2B-9486-42DE-AFDD-1D31420040FF}">
      <dgm:prSet phldr="0" custT="1"/>
      <dgm:spPr/>
      <dgm:t>
        <a:bodyPr/>
        <a:lstStyle/>
        <a:p>
          <a:pPr marL="0">
            <a:buNone/>
          </a:pPr>
          <a:r>
            <a:rPr lang="en-US" sz="1400">
              <a:solidFill>
                <a:srgbClr val="64748B"/>
              </a:solidFill>
            </a:rPr>
            <a:t>Accept Python string code, execute it, and transform the result into the visual representation</a:t>
          </a:r>
          <a:endParaRPr lang="en-US" sz="1400" b="1" i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A17F6B-93F5-442B-938A-0F38C281BE88}" type="parTrans" cxnId="{5A5BA622-5DEB-48B9-88D9-C1DE36C711E5}">
      <dgm:prSet/>
      <dgm:spPr/>
      <dgm:t>
        <a:bodyPr/>
        <a:lstStyle/>
        <a:p>
          <a:endParaRPr lang="en-US"/>
        </a:p>
      </dgm:t>
    </dgm:pt>
    <dgm:pt modelId="{1D87A0A5-8024-4710-846B-D5BFAC785107}" type="sibTrans" cxnId="{5A5BA622-5DEB-48B9-88D9-C1DE36C711E5}">
      <dgm:prSet/>
      <dgm:spPr/>
      <dgm:t>
        <a:bodyPr/>
        <a:lstStyle/>
        <a:p>
          <a:endParaRPr lang="en-US"/>
        </a:p>
      </dgm:t>
    </dgm:pt>
    <dgm:pt modelId="{0EC0C300-11E4-45CF-8418-973585107209}">
      <dgm:prSet phldr="0" custT="1"/>
      <dgm:spPr/>
      <dgm:t>
        <a:bodyPr/>
        <a:lstStyle/>
        <a:p>
          <a:pPr marL="0">
            <a:buNone/>
          </a:pPr>
          <a:r>
            <a:rPr lang="en-US" sz="1400">
              <a:solidFill>
                <a:srgbClr val="64748B"/>
              </a:solidFill>
            </a:rPr>
            <a:t>Present string concepts from fundamental to complex using multiple-choice and fill-in-the-blank exercises</a:t>
          </a:r>
          <a:endParaRPr lang="en-US" sz="1400" b="1" i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E4DD98E-100E-46B7-B24A-408BBF69E9FA}" type="parTrans" cxnId="{51563A4F-C0EB-47D6-B5BC-47A4E599AD4B}">
      <dgm:prSet/>
      <dgm:spPr/>
      <dgm:t>
        <a:bodyPr/>
        <a:lstStyle/>
        <a:p>
          <a:endParaRPr lang="en-US"/>
        </a:p>
      </dgm:t>
    </dgm:pt>
    <dgm:pt modelId="{90FAB5D1-62B3-4FF6-A07D-EE607F529C32}" type="sibTrans" cxnId="{51563A4F-C0EB-47D6-B5BC-47A4E599AD4B}">
      <dgm:prSet/>
      <dgm:spPr/>
      <dgm:t>
        <a:bodyPr/>
        <a:lstStyle/>
        <a:p>
          <a:endParaRPr lang="en-US"/>
        </a:p>
      </dgm:t>
    </dgm:pt>
    <dgm:pt modelId="{FEB4A941-E9FA-4A86-A673-85FF34B35F20}">
      <dgm:prSet phldr="0" custT="1"/>
      <dgm:spPr/>
      <dgm:t>
        <a:bodyPr/>
        <a:lstStyle/>
        <a:p>
          <a:pPr marL="0">
            <a:buNone/>
          </a:pPr>
          <a:r>
            <a:rPr lang="en-US" sz="1400">
              <a:solidFill>
                <a:srgbClr val="64748B"/>
              </a:solidFill>
            </a:rPr>
            <a:t>Identify the specific misconception behind every wrong answer and explain it in plain language</a:t>
          </a:r>
          <a:endParaRPr lang="en-US" sz="1400" b="1" i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522508-BC4E-4DD5-A744-AFEFFE36DB74}" type="parTrans" cxnId="{F942F56C-9025-4AA1-9B36-C5AE0A93B0F5}">
      <dgm:prSet/>
      <dgm:spPr/>
      <dgm:t>
        <a:bodyPr/>
        <a:lstStyle/>
        <a:p>
          <a:endParaRPr lang="en-US"/>
        </a:p>
      </dgm:t>
    </dgm:pt>
    <dgm:pt modelId="{97624CC8-6315-4683-B26C-C30D552DA5A6}" type="sibTrans" cxnId="{F942F56C-9025-4AA1-9B36-C5AE0A93B0F5}">
      <dgm:prSet/>
      <dgm:spPr/>
      <dgm:t>
        <a:bodyPr/>
        <a:lstStyle/>
        <a:p>
          <a:endParaRPr lang="en-US"/>
        </a:p>
      </dgm:t>
    </dgm:pt>
    <dgm:pt modelId="{A2322D3A-7AC2-4C5C-9D7E-EAB2313D47D4}">
      <dgm:prSet phldr="0" custT="1"/>
      <dgm:spPr/>
      <dgm:t>
        <a:bodyPr/>
        <a:lstStyle/>
        <a:p>
          <a:pPr marL="0">
            <a:buNone/>
          </a:pPr>
          <a:r>
            <a:rPr lang="en-US" sz="1800" b="1">
              <a:solidFill>
                <a:srgbClr val="1A1A2E"/>
              </a:solidFill>
            </a:rPr>
            <a:t>Evaluate Learning</a:t>
          </a:r>
          <a:endParaRPr lang="en-US" sz="1800" b="1" i="0">
            <a:latin typeface="+mj-lt"/>
            <a:cs typeface="Arial Black" panose="020B0604020202020204" pitchFamily="34" charset="0"/>
          </a:endParaRPr>
        </a:p>
      </dgm:t>
    </dgm:pt>
    <dgm:pt modelId="{4A8C15D4-B36F-4764-B4FF-F2AF790D3E17}" type="parTrans" cxnId="{179FAFCF-F878-464E-A8A6-1185EFA0E380}">
      <dgm:prSet/>
      <dgm:spPr/>
      <dgm:t>
        <a:bodyPr/>
        <a:lstStyle/>
        <a:p>
          <a:endParaRPr lang="en-US"/>
        </a:p>
      </dgm:t>
    </dgm:pt>
    <dgm:pt modelId="{84DE1C3A-3FC7-4DB3-88ED-33F65A71557A}" type="sibTrans" cxnId="{179FAFCF-F878-464E-A8A6-1185EFA0E380}">
      <dgm:prSet/>
      <dgm:spPr/>
      <dgm:t>
        <a:bodyPr/>
        <a:lstStyle/>
        <a:p>
          <a:endParaRPr lang="en-US"/>
        </a:p>
      </dgm:t>
    </dgm:pt>
    <dgm:pt modelId="{4F85505A-81B6-4FDA-A144-900B71DAD946}">
      <dgm:prSet phldr="0" custT="1"/>
      <dgm:spPr/>
      <dgm:t>
        <a:bodyPr anchor="ctr"/>
        <a:lstStyle/>
        <a:p>
          <a:pPr marL="0"/>
          <a:r>
            <a:rPr lang="en-US" sz="1800" b="1">
              <a:solidFill>
                <a:srgbClr val="1A1A2E"/>
              </a:solidFill>
            </a:rPr>
            <a:t>Targeted Feedback</a:t>
          </a:r>
          <a:endParaRPr lang="en-US" sz="1800" b="1" i="0">
            <a:latin typeface="+mj-lt"/>
            <a:cs typeface="Arial Black" panose="020B0604020202020204" pitchFamily="34" charset="0"/>
          </a:endParaRPr>
        </a:p>
      </dgm:t>
    </dgm:pt>
    <dgm:pt modelId="{D9A96E25-7BBE-4DDD-8DDE-B4970D4340A8}" type="parTrans" cxnId="{2D633B56-E147-4EFC-B9EE-6C0413F329B0}">
      <dgm:prSet/>
      <dgm:spPr/>
      <dgm:t>
        <a:bodyPr/>
        <a:lstStyle/>
        <a:p>
          <a:endParaRPr lang="en-US"/>
        </a:p>
      </dgm:t>
    </dgm:pt>
    <dgm:pt modelId="{68F74A88-49DC-44B1-BC0D-220A7B97601C}" type="sibTrans" cxnId="{2D633B56-E147-4EFC-B9EE-6C0413F329B0}">
      <dgm:prSet/>
      <dgm:spPr/>
      <dgm:t>
        <a:bodyPr/>
        <a:lstStyle/>
        <a:p>
          <a:endParaRPr lang="en-US"/>
        </a:p>
      </dgm:t>
    </dgm:pt>
    <dgm:pt modelId="{B1AFA1AF-0FF8-45B3-A6D0-0E255A2F637D}">
      <dgm:prSet phldr="0" custT="1"/>
      <dgm:spPr/>
      <dgm:t>
        <a:bodyPr/>
        <a:lstStyle/>
        <a:p>
          <a:pPr marL="0">
            <a:buNone/>
          </a:pPr>
          <a:r>
            <a:rPr lang="en-US" sz="1600" b="1">
              <a:solidFill>
                <a:srgbClr val="1A1A2E"/>
              </a:solidFill>
            </a:rPr>
            <a:t>Live Code Pipeline</a:t>
          </a:r>
          <a:endParaRPr lang="en-US" sz="1600" b="1" i="0">
            <a:latin typeface="+mj-lt"/>
            <a:cs typeface="Arial Black" panose="020B0604020202020204" pitchFamily="34" charset="0"/>
          </a:endParaRPr>
        </a:p>
      </dgm:t>
    </dgm:pt>
    <dgm:pt modelId="{88649F7A-400B-4056-965D-C9AC0B3AD942}" type="sibTrans" cxnId="{F28D7702-2FC3-49BD-BB13-C989E5EE622A}">
      <dgm:prSet/>
      <dgm:spPr/>
      <dgm:t>
        <a:bodyPr/>
        <a:lstStyle/>
        <a:p>
          <a:endParaRPr lang="en-US"/>
        </a:p>
      </dgm:t>
    </dgm:pt>
    <dgm:pt modelId="{10C68AF5-481C-45AA-A216-8BBBB04515B9}" type="parTrans" cxnId="{F28D7702-2FC3-49BD-BB13-C989E5EE622A}">
      <dgm:prSet/>
      <dgm:spPr/>
      <dgm:t>
        <a:bodyPr/>
        <a:lstStyle/>
        <a:p>
          <a:endParaRPr lang="en-US"/>
        </a:p>
      </dgm:t>
    </dgm:pt>
    <dgm:pt modelId="{E9682B4F-0217-4B50-923E-C104AA24290F}">
      <dgm:prSet phldr="0" custT="1"/>
      <dgm:spPr/>
      <dgm:t>
        <a:bodyPr anchor="ctr"/>
        <a:lstStyle/>
        <a:p>
          <a:pPr marL="0"/>
          <a:r>
            <a:rPr lang="en-US" sz="1600" b="1">
              <a:solidFill>
                <a:srgbClr val="1A1A2E"/>
              </a:solidFill>
            </a:rPr>
            <a:t>Structured Progression</a:t>
          </a:r>
          <a:endParaRPr lang="en-US" sz="1600" b="1" i="0">
            <a:latin typeface="+mj-lt"/>
            <a:cs typeface="Arial Black" panose="020B0604020202020204" pitchFamily="34" charset="0"/>
          </a:endParaRPr>
        </a:p>
      </dgm:t>
    </dgm:pt>
    <dgm:pt modelId="{B8632E42-D7EB-4C31-877E-6F1B2801851A}" type="sibTrans" cxnId="{6C23D0C9-74B2-4C8B-AB2F-A03B3B0EBE56}">
      <dgm:prSet/>
      <dgm:spPr/>
      <dgm:t>
        <a:bodyPr/>
        <a:lstStyle/>
        <a:p>
          <a:endParaRPr lang="en-US"/>
        </a:p>
      </dgm:t>
    </dgm:pt>
    <dgm:pt modelId="{E0F6C4AF-9BBB-4698-91D7-F9AE3EACBD5D}" type="parTrans" cxnId="{6C23D0C9-74B2-4C8B-AB2F-A03B3B0EBE56}">
      <dgm:prSet/>
      <dgm:spPr/>
      <dgm:t>
        <a:bodyPr/>
        <a:lstStyle/>
        <a:p>
          <a:endParaRPr lang="en-US"/>
        </a:p>
      </dgm:t>
    </dgm:pt>
    <dgm:pt modelId="{30A490C8-22B4-4D68-875C-0F0DE2FF864D}">
      <dgm:prSet phldr="0" custT="1"/>
      <dgm:spPr/>
      <dgm:t>
        <a:bodyPr/>
        <a:lstStyle/>
        <a:p>
          <a:pPr marL="0">
            <a:buNone/>
          </a:pPr>
          <a:r>
            <a:rPr lang="en-US" sz="1400">
              <a:solidFill>
                <a:srgbClr val="64748B"/>
              </a:solidFill>
            </a:rPr>
            <a:t>Display strings as indexed character sequences with dynamic highlighting during operations</a:t>
          </a:r>
          <a:endParaRPr lang="en-US" sz="1400" b="1" i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495DA8-8707-41E3-A12B-FA5766269C44}" type="sibTrans" cxnId="{381FE1CC-8184-4745-8EB3-6DE11655998D}">
      <dgm:prSet/>
      <dgm:spPr/>
      <dgm:t>
        <a:bodyPr/>
        <a:lstStyle/>
        <a:p>
          <a:endParaRPr lang="en-US"/>
        </a:p>
      </dgm:t>
    </dgm:pt>
    <dgm:pt modelId="{035C64B0-4F0C-4FD1-BD23-B1D4C9887CBE}" type="parTrans" cxnId="{381FE1CC-8184-4745-8EB3-6DE11655998D}">
      <dgm:prSet/>
      <dgm:spPr/>
      <dgm:t>
        <a:bodyPr/>
        <a:lstStyle/>
        <a:p>
          <a:endParaRPr lang="en-US"/>
        </a:p>
      </dgm:t>
    </dgm:pt>
    <dgm:pt modelId="{F776D97D-7E8A-BE47-8534-04C00FFCCC4D}" type="pres">
      <dgm:prSet presAssocID="{0DD8915E-DC14-41D6-9BB5-F49E1C265163}" presName="vert0" presStyleCnt="0">
        <dgm:presLayoutVars>
          <dgm:dir/>
          <dgm:animOne val="branch"/>
          <dgm:animLvl val="lvl"/>
        </dgm:presLayoutVars>
      </dgm:prSet>
      <dgm:spPr/>
    </dgm:pt>
    <dgm:pt modelId="{3C4E0FA1-D067-AD44-8E28-106F1EE1F117}" type="pres">
      <dgm:prSet presAssocID="{73D947E0-108F-4D20-A71E-3CF329F97212}" presName="thickLine" presStyleLbl="alignNode1" presStyleIdx="0" presStyleCnt="5"/>
      <dgm:spPr>
        <a:ln>
          <a:solidFill>
            <a:schemeClr val="accent2">
              <a:hueOff val="0"/>
              <a:satOff val="0"/>
              <a:lumOff val="0"/>
              <a:alpha val="0"/>
            </a:schemeClr>
          </a:solidFill>
        </a:ln>
      </dgm:spPr>
    </dgm:pt>
    <dgm:pt modelId="{4618D61B-DCED-8E48-9FBD-90A3161B1E67}" type="pres">
      <dgm:prSet presAssocID="{73D947E0-108F-4D20-A71E-3CF329F97212}" presName="horz1" presStyleCnt="0"/>
      <dgm:spPr/>
    </dgm:pt>
    <dgm:pt modelId="{27290E1D-A993-FE47-AD32-264686D4D5C9}" type="pres">
      <dgm:prSet presAssocID="{73D947E0-108F-4D20-A71E-3CF329F97212}" presName="tx1" presStyleLbl="revTx" presStyleIdx="0" presStyleCnt="10" custScaleX="164132"/>
      <dgm:spPr/>
    </dgm:pt>
    <dgm:pt modelId="{22DDA73C-6B43-B040-875B-5AEDC5BAD42D}" type="pres">
      <dgm:prSet presAssocID="{73D947E0-108F-4D20-A71E-3CF329F97212}" presName="vert1" presStyleCnt="0"/>
      <dgm:spPr/>
    </dgm:pt>
    <dgm:pt modelId="{0A8259C7-5577-FE4A-960D-35F40680E496}" type="pres">
      <dgm:prSet presAssocID="{30A490C8-22B4-4D68-875C-0F0DE2FF864D}" presName="vertSpace2a" presStyleCnt="0"/>
      <dgm:spPr/>
    </dgm:pt>
    <dgm:pt modelId="{D9A20406-96A6-E94F-A649-D259FC3E9FB5}" type="pres">
      <dgm:prSet presAssocID="{30A490C8-22B4-4D68-875C-0F0DE2FF864D}" presName="horz2" presStyleCnt="0"/>
      <dgm:spPr/>
    </dgm:pt>
    <dgm:pt modelId="{355BB4CC-5E93-4246-B4DF-6F912038E788}" type="pres">
      <dgm:prSet presAssocID="{30A490C8-22B4-4D68-875C-0F0DE2FF864D}" presName="horzSpace2" presStyleCnt="0"/>
      <dgm:spPr/>
    </dgm:pt>
    <dgm:pt modelId="{4586F0D8-A120-274B-BE51-856FCB4AC43F}" type="pres">
      <dgm:prSet presAssocID="{30A490C8-22B4-4D68-875C-0F0DE2FF864D}" presName="tx2" presStyleLbl="revTx" presStyleIdx="1" presStyleCnt="10" custScaleX="100332" custLinFactNeighborX="-285"/>
      <dgm:spPr/>
    </dgm:pt>
    <dgm:pt modelId="{2E15F8C9-5842-A144-9D5F-AAF49EBC828C}" type="pres">
      <dgm:prSet presAssocID="{30A490C8-22B4-4D68-875C-0F0DE2FF864D}" presName="vert2" presStyleCnt="0"/>
      <dgm:spPr/>
    </dgm:pt>
    <dgm:pt modelId="{D32907E9-4487-C641-A90B-8734AF86410A}" type="pres">
      <dgm:prSet presAssocID="{30A490C8-22B4-4D68-875C-0F0DE2FF864D}" presName="thinLine2b" presStyleLbl="callout" presStyleIdx="0" presStyleCnt="5" custLinFactY="-100000" custLinFactNeighborX="-122" custLinFactNeighborY="-135783"/>
      <dgm:spPr>
        <a:ln>
          <a:solidFill>
            <a:schemeClr val="accent2">
              <a:tint val="50000"/>
              <a:hueOff val="0"/>
              <a:satOff val="0"/>
              <a:lumOff val="0"/>
              <a:alpha val="0"/>
            </a:schemeClr>
          </a:solidFill>
        </a:ln>
      </dgm:spPr>
    </dgm:pt>
    <dgm:pt modelId="{ED8A1C51-E98E-2843-9399-F7BEAA0953E2}" type="pres">
      <dgm:prSet presAssocID="{30A490C8-22B4-4D68-875C-0F0DE2FF864D}" presName="vertSpace2b" presStyleCnt="0"/>
      <dgm:spPr/>
    </dgm:pt>
    <dgm:pt modelId="{178B931F-8CEF-0149-B4DF-A88FA13E58C2}" type="pres">
      <dgm:prSet presAssocID="{B1AFA1AF-0FF8-45B3-A6D0-0E255A2F637D}" presName="thickLine" presStyleLbl="alignNode1" presStyleIdx="1" presStyleCnt="5"/>
      <dgm:spPr>
        <a:ln w="25400">
          <a:solidFill>
            <a:schemeClr val="accent3"/>
          </a:solidFill>
        </a:ln>
      </dgm:spPr>
    </dgm:pt>
    <dgm:pt modelId="{265D5022-9B9B-BA42-88D0-37765DFBADEE}" type="pres">
      <dgm:prSet presAssocID="{B1AFA1AF-0FF8-45B3-A6D0-0E255A2F637D}" presName="horz1" presStyleCnt="0"/>
      <dgm:spPr/>
    </dgm:pt>
    <dgm:pt modelId="{47BBF4D0-3042-9C45-AD8E-AC9529290611}" type="pres">
      <dgm:prSet presAssocID="{B1AFA1AF-0FF8-45B3-A6D0-0E255A2F637D}" presName="tx1" presStyleLbl="revTx" presStyleIdx="2" presStyleCnt="10" custScaleX="171466"/>
      <dgm:spPr/>
    </dgm:pt>
    <dgm:pt modelId="{8117825D-08FF-8042-8745-FC633703D5F7}" type="pres">
      <dgm:prSet presAssocID="{B1AFA1AF-0FF8-45B3-A6D0-0E255A2F637D}" presName="vert1" presStyleCnt="0"/>
      <dgm:spPr/>
    </dgm:pt>
    <dgm:pt modelId="{68351258-5A8B-754C-B6A1-9825B142B219}" type="pres">
      <dgm:prSet presAssocID="{50418D2B-9486-42DE-AFDD-1D31420040FF}" presName="vertSpace2a" presStyleCnt="0"/>
      <dgm:spPr/>
    </dgm:pt>
    <dgm:pt modelId="{5FE2E143-7FA8-A043-B610-C273DA4DDD8B}" type="pres">
      <dgm:prSet presAssocID="{50418D2B-9486-42DE-AFDD-1D31420040FF}" presName="horz2" presStyleCnt="0"/>
      <dgm:spPr/>
    </dgm:pt>
    <dgm:pt modelId="{DD4CD826-FC02-E348-A6C9-0DC2E2D9C29B}" type="pres">
      <dgm:prSet presAssocID="{50418D2B-9486-42DE-AFDD-1D31420040FF}" presName="horzSpace2" presStyleCnt="0"/>
      <dgm:spPr/>
    </dgm:pt>
    <dgm:pt modelId="{40AD39FF-552E-3645-816F-DA192029EE94}" type="pres">
      <dgm:prSet presAssocID="{50418D2B-9486-42DE-AFDD-1D31420040FF}" presName="tx2" presStyleLbl="revTx" presStyleIdx="3" presStyleCnt="10" custScaleX="100835" custLinFactNeighborX="-148"/>
      <dgm:spPr/>
    </dgm:pt>
    <dgm:pt modelId="{A23BCA2D-2ABE-AD4A-B328-864E09D9D53A}" type="pres">
      <dgm:prSet presAssocID="{50418D2B-9486-42DE-AFDD-1D31420040FF}" presName="vert2" presStyleCnt="0"/>
      <dgm:spPr/>
    </dgm:pt>
    <dgm:pt modelId="{3C32CEDB-4D51-DE42-A3D8-8AC9E88624F2}" type="pres">
      <dgm:prSet presAssocID="{50418D2B-9486-42DE-AFDD-1D31420040FF}" presName="thinLine2b" presStyleLbl="callout" presStyleIdx="1" presStyleCnt="5"/>
      <dgm:spPr>
        <a:ln>
          <a:solidFill>
            <a:schemeClr val="accent2">
              <a:tint val="50000"/>
              <a:hueOff val="0"/>
              <a:satOff val="0"/>
              <a:lumOff val="0"/>
              <a:alpha val="0"/>
            </a:schemeClr>
          </a:solidFill>
        </a:ln>
      </dgm:spPr>
    </dgm:pt>
    <dgm:pt modelId="{EAF5A931-D6EC-9745-891E-D2432D3F82C1}" type="pres">
      <dgm:prSet presAssocID="{50418D2B-9486-42DE-AFDD-1D31420040FF}" presName="vertSpace2b" presStyleCnt="0"/>
      <dgm:spPr/>
    </dgm:pt>
    <dgm:pt modelId="{913B5E25-C84D-514D-AB84-FB479AF2BAA5}" type="pres">
      <dgm:prSet presAssocID="{E9682B4F-0217-4B50-923E-C104AA24290F}" presName="thickLine" presStyleLbl="alignNode1" presStyleIdx="2" presStyleCnt="5"/>
      <dgm:spPr>
        <a:ln w="25400">
          <a:solidFill>
            <a:schemeClr val="accent2"/>
          </a:solidFill>
        </a:ln>
      </dgm:spPr>
    </dgm:pt>
    <dgm:pt modelId="{6DCC70ED-4D75-B243-B2A7-47ECDF797974}" type="pres">
      <dgm:prSet presAssocID="{E9682B4F-0217-4B50-923E-C104AA24290F}" presName="horz1" presStyleCnt="0"/>
      <dgm:spPr/>
    </dgm:pt>
    <dgm:pt modelId="{3E5AB2BF-A462-A841-B59B-E575612010D9}" type="pres">
      <dgm:prSet presAssocID="{E9682B4F-0217-4B50-923E-C104AA24290F}" presName="tx1" presStyleLbl="revTx" presStyleIdx="4" presStyleCnt="10" custScaleX="161620"/>
      <dgm:spPr/>
    </dgm:pt>
    <dgm:pt modelId="{A8F50829-4BAB-7C4A-AA30-84E2D099EB01}" type="pres">
      <dgm:prSet presAssocID="{E9682B4F-0217-4B50-923E-C104AA24290F}" presName="vert1" presStyleCnt="0"/>
      <dgm:spPr/>
    </dgm:pt>
    <dgm:pt modelId="{B00668AF-A753-A947-B0E8-8227A583AE63}" type="pres">
      <dgm:prSet presAssocID="{0EC0C300-11E4-45CF-8418-973585107209}" presName="vertSpace2a" presStyleCnt="0"/>
      <dgm:spPr/>
    </dgm:pt>
    <dgm:pt modelId="{7513036D-86F8-6D46-87EA-832DD97DEE31}" type="pres">
      <dgm:prSet presAssocID="{0EC0C300-11E4-45CF-8418-973585107209}" presName="horz2" presStyleCnt="0"/>
      <dgm:spPr/>
    </dgm:pt>
    <dgm:pt modelId="{CC7DA8AC-3BF7-C34B-81F7-1982D6060B6D}" type="pres">
      <dgm:prSet presAssocID="{0EC0C300-11E4-45CF-8418-973585107209}" presName="horzSpace2" presStyleCnt="0"/>
      <dgm:spPr/>
    </dgm:pt>
    <dgm:pt modelId="{C5AD48B0-9931-9B4D-A60B-A844B7F448FC}" type="pres">
      <dgm:prSet presAssocID="{0EC0C300-11E4-45CF-8418-973585107209}" presName="tx2" presStyleLbl="revTx" presStyleIdx="5" presStyleCnt="10" custScaleX="100122" custLinFactNeighborX="1823" custLinFactNeighborY="-1121"/>
      <dgm:spPr/>
    </dgm:pt>
    <dgm:pt modelId="{739BA94D-B766-5549-A0A2-0A928B4B7133}" type="pres">
      <dgm:prSet presAssocID="{0EC0C300-11E4-45CF-8418-973585107209}" presName="vert2" presStyleCnt="0"/>
      <dgm:spPr/>
    </dgm:pt>
    <dgm:pt modelId="{1486AE56-865C-6E48-9D6E-6B6DFA851578}" type="pres">
      <dgm:prSet presAssocID="{0EC0C300-11E4-45CF-8418-973585107209}" presName="thinLine2b" presStyleLbl="callout" presStyleIdx="2" presStyleCnt="5"/>
      <dgm:spPr>
        <a:ln>
          <a:solidFill>
            <a:schemeClr val="accent2">
              <a:tint val="50000"/>
              <a:hueOff val="0"/>
              <a:satOff val="0"/>
              <a:lumOff val="0"/>
              <a:alpha val="0"/>
            </a:schemeClr>
          </a:solidFill>
        </a:ln>
      </dgm:spPr>
    </dgm:pt>
    <dgm:pt modelId="{B12D3693-6970-B94A-AB2E-8B150F518B73}" type="pres">
      <dgm:prSet presAssocID="{0EC0C300-11E4-45CF-8418-973585107209}" presName="vertSpace2b" presStyleCnt="0"/>
      <dgm:spPr/>
    </dgm:pt>
    <dgm:pt modelId="{88532B37-2569-E445-B003-569B3ACBA8CA}" type="pres">
      <dgm:prSet presAssocID="{4F85505A-81B6-4FDA-A144-900B71DAD946}" presName="thickLine" presStyleLbl="alignNode1" presStyleIdx="3" presStyleCnt="5"/>
      <dgm:spPr>
        <a:ln w="25400">
          <a:solidFill>
            <a:schemeClr val="accent4"/>
          </a:solidFill>
        </a:ln>
      </dgm:spPr>
    </dgm:pt>
    <dgm:pt modelId="{27C10060-401A-7945-9D2A-17F166E50813}" type="pres">
      <dgm:prSet presAssocID="{4F85505A-81B6-4FDA-A144-900B71DAD946}" presName="horz1" presStyleCnt="0"/>
      <dgm:spPr/>
    </dgm:pt>
    <dgm:pt modelId="{C76500F5-9E3D-F842-99EC-C1DB4300D8B6}" type="pres">
      <dgm:prSet presAssocID="{4F85505A-81B6-4FDA-A144-900B71DAD946}" presName="tx1" presStyleLbl="revTx" presStyleIdx="6" presStyleCnt="10" custScaleX="163082"/>
      <dgm:spPr/>
    </dgm:pt>
    <dgm:pt modelId="{18B63E3F-6E39-1A43-89A5-CF1EF0E2CD9D}" type="pres">
      <dgm:prSet presAssocID="{4F85505A-81B6-4FDA-A144-900B71DAD946}" presName="vert1" presStyleCnt="0"/>
      <dgm:spPr/>
    </dgm:pt>
    <dgm:pt modelId="{7614AAED-BC05-C04C-AA76-2598331FEA14}" type="pres">
      <dgm:prSet presAssocID="{FEB4A941-E9FA-4A86-A673-85FF34B35F20}" presName="vertSpace2a" presStyleCnt="0"/>
      <dgm:spPr/>
    </dgm:pt>
    <dgm:pt modelId="{5D3E0464-418A-564F-B2E6-DCDA7E5525CA}" type="pres">
      <dgm:prSet presAssocID="{FEB4A941-E9FA-4A86-A673-85FF34B35F20}" presName="horz2" presStyleCnt="0"/>
      <dgm:spPr/>
    </dgm:pt>
    <dgm:pt modelId="{53A5F1A9-72FB-CC4A-98FD-3028E50DEEE3}" type="pres">
      <dgm:prSet presAssocID="{FEB4A941-E9FA-4A86-A673-85FF34B35F20}" presName="horzSpace2" presStyleCnt="0"/>
      <dgm:spPr/>
    </dgm:pt>
    <dgm:pt modelId="{4249D1DC-A83D-314A-B537-01066820A2A2}" type="pres">
      <dgm:prSet presAssocID="{FEB4A941-E9FA-4A86-A673-85FF34B35F20}" presName="tx2" presStyleLbl="revTx" presStyleIdx="7" presStyleCnt="10" custScaleX="101028" custLinFactNeighborX="-89" custLinFactNeighborY="-2105"/>
      <dgm:spPr/>
    </dgm:pt>
    <dgm:pt modelId="{24573E07-646E-EE40-91F5-5D1B85DFB7A5}" type="pres">
      <dgm:prSet presAssocID="{FEB4A941-E9FA-4A86-A673-85FF34B35F20}" presName="vert2" presStyleCnt="0"/>
      <dgm:spPr/>
    </dgm:pt>
    <dgm:pt modelId="{0D57756D-529C-2140-A977-BD0E25A5CF9F}" type="pres">
      <dgm:prSet presAssocID="{FEB4A941-E9FA-4A86-A673-85FF34B35F20}" presName="thinLine2b" presStyleLbl="callout" presStyleIdx="3" presStyleCnt="5"/>
      <dgm:spPr>
        <a:ln>
          <a:solidFill>
            <a:schemeClr val="accent2">
              <a:tint val="50000"/>
              <a:hueOff val="0"/>
              <a:satOff val="0"/>
              <a:lumOff val="0"/>
              <a:alpha val="0"/>
            </a:schemeClr>
          </a:solidFill>
        </a:ln>
      </dgm:spPr>
    </dgm:pt>
    <dgm:pt modelId="{F09EA6CB-33D3-8D42-AA93-5A54221B358E}" type="pres">
      <dgm:prSet presAssocID="{FEB4A941-E9FA-4A86-A673-85FF34B35F20}" presName="vertSpace2b" presStyleCnt="0"/>
      <dgm:spPr/>
    </dgm:pt>
    <dgm:pt modelId="{F5770AFA-66ED-0C4C-805A-0A58C20E9262}" type="pres">
      <dgm:prSet presAssocID="{A2322D3A-7AC2-4C5C-9D7E-EAB2313D47D4}" presName="thickLine" presStyleLbl="alignNode1" presStyleIdx="4" presStyleCnt="5"/>
      <dgm:spPr>
        <a:ln w="25400">
          <a:solidFill>
            <a:schemeClr val="accent1"/>
          </a:solidFill>
        </a:ln>
      </dgm:spPr>
    </dgm:pt>
    <dgm:pt modelId="{F891B2B1-AF2F-6B4A-BB1C-410B26CB87A9}" type="pres">
      <dgm:prSet presAssocID="{A2322D3A-7AC2-4C5C-9D7E-EAB2313D47D4}" presName="horz1" presStyleCnt="0"/>
      <dgm:spPr/>
    </dgm:pt>
    <dgm:pt modelId="{7543777C-4617-0343-8040-A73DD2FC544E}" type="pres">
      <dgm:prSet presAssocID="{A2322D3A-7AC2-4C5C-9D7E-EAB2313D47D4}" presName="tx1" presStyleLbl="revTx" presStyleIdx="8" presStyleCnt="10" custScaleX="162024"/>
      <dgm:spPr/>
    </dgm:pt>
    <dgm:pt modelId="{1F14637B-F64E-2B44-B962-58D4B9D01816}" type="pres">
      <dgm:prSet presAssocID="{A2322D3A-7AC2-4C5C-9D7E-EAB2313D47D4}" presName="vert1" presStyleCnt="0"/>
      <dgm:spPr/>
    </dgm:pt>
    <dgm:pt modelId="{C5E85A61-2F53-ED40-B82C-D1234507F0B9}" type="pres">
      <dgm:prSet presAssocID="{8FE81FEC-2664-411F-AEB3-065F29F52751}" presName="vertSpace2a" presStyleCnt="0"/>
      <dgm:spPr/>
    </dgm:pt>
    <dgm:pt modelId="{A74182B4-4E0B-8C41-8815-820CE83D2B24}" type="pres">
      <dgm:prSet presAssocID="{8FE81FEC-2664-411F-AEB3-065F29F52751}" presName="horz2" presStyleCnt="0"/>
      <dgm:spPr/>
    </dgm:pt>
    <dgm:pt modelId="{F42ED7E8-626D-8844-B304-8CB707F5C617}" type="pres">
      <dgm:prSet presAssocID="{8FE81FEC-2664-411F-AEB3-065F29F52751}" presName="horzSpace2" presStyleCnt="0"/>
      <dgm:spPr/>
    </dgm:pt>
    <dgm:pt modelId="{FDF61795-EF4F-DD4D-9159-4AAF6F881146}" type="pres">
      <dgm:prSet presAssocID="{8FE81FEC-2664-411F-AEB3-065F29F52751}" presName="tx2" presStyleLbl="revTx" presStyleIdx="9" presStyleCnt="10" custScaleX="104069" custLinFactNeighborX="-1291"/>
      <dgm:spPr/>
    </dgm:pt>
    <dgm:pt modelId="{8A4368D5-9931-DE4B-BB7D-B49BEF583F76}" type="pres">
      <dgm:prSet presAssocID="{8FE81FEC-2664-411F-AEB3-065F29F52751}" presName="vert2" presStyleCnt="0"/>
      <dgm:spPr/>
    </dgm:pt>
    <dgm:pt modelId="{C75E1AE3-DD31-AD48-9D72-710374FAA08B}" type="pres">
      <dgm:prSet presAssocID="{8FE81FEC-2664-411F-AEB3-065F29F52751}" presName="thinLine2b" presStyleLbl="callout" presStyleIdx="4" presStyleCnt="5"/>
      <dgm:spPr>
        <a:ln>
          <a:solidFill>
            <a:schemeClr val="accent2">
              <a:tint val="50000"/>
              <a:hueOff val="0"/>
              <a:satOff val="0"/>
              <a:lumOff val="0"/>
              <a:alpha val="0"/>
            </a:schemeClr>
          </a:solidFill>
        </a:ln>
      </dgm:spPr>
    </dgm:pt>
    <dgm:pt modelId="{3B2061BB-F946-524B-A959-DFB71D9FE3F7}" type="pres">
      <dgm:prSet presAssocID="{8FE81FEC-2664-411F-AEB3-065F29F52751}" presName="vertSpace2b" presStyleCnt="0"/>
      <dgm:spPr/>
    </dgm:pt>
  </dgm:ptLst>
  <dgm:cxnLst>
    <dgm:cxn modelId="{F28D7702-2FC3-49BD-BB13-C989E5EE622A}" srcId="{0DD8915E-DC14-41D6-9BB5-F49E1C265163}" destId="{B1AFA1AF-0FF8-45B3-A6D0-0E255A2F637D}" srcOrd="1" destOrd="0" parTransId="{10C68AF5-481C-45AA-A216-8BBBB04515B9}" sibTransId="{88649F7A-400B-4056-965D-C9AC0B3AD942}"/>
    <dgm:cxn modelId="{A0077D09-C12C-46D0-8DF7-194B6911362A}" srcId="{0DD8915E-DC14-41D6-9BB5-F49E1C265163}" destId="{73D947E0-108F-4D20-A71E-3CF329F97212}" srcOrd="0" destOrd="0" parTransId="{9D249532-A24D-4D8F-848A-9F42F2E486C9}" sibTransId="{AE813459-65AB-4FA9-B717-330DDA6DFA4E}"/>
    <dgm:cxn modelId="{B6DE9009-327C-7543-8775-3ACB7D495B43}" type="presOf" srcId="{E9682B4F-0217-4B50-923E-C104AA24290F}" destId="{3E5AB2BF-A462-A841-B59B-E575612010D9}" srcOrd="0" destOrd="0" presId="urn:microsoft.com/office/officeart/2008/layout/LinedList"/>
    <dgm:cxn modelId="{5A5BA622-5DEB-48B9-88D9-C1DE36C711E5}" srcId="{B1AFA1AF-0FF8-45B3-A6D0-0E255A2F637D}" destId="{50418D2B-9486-42DE-AFDD-1D31420040FF}" srcOrd="0" destOrd="0" parTransId="{D5A17F6B-93F5-442B-938A-0F38C281BE88}" sibTransId="{1D87A0A5-8024-4710-846B-D5BFAC785107}"/>
    <dgm:cxn modelId="{BCED732E-1760-9944-B00F-317E89FFC48D}" type="presOf" srcId="{30A490C8-22B4-4D68-875C-0F0DE2FF864D}" destId="{4586F0D8-A120-274B-BE51-856FCB4AC43F}" srcOrd="0" destOrd="0" presId="urn:microsoft.com/office/officeart/2008/layout/LinedList"/>
    <dgm:cxn modelId="{711E093C-AD42-45A4-8D40-A2D39702062E}" srcId="{A2322D3A-7AC2-4C5C-9D7E-EAB2313D47D4}" destId="{8FE81FEC-2664-411F-AEB3-065F29F52751}" srcOrd="0" destOrd="0" parTransId="{BCBC007E-0269-421B-9C41-DE26D5C3A822}" sibTransId="{80230EB7-7230-4881-A631-309C07417378}"/>
    <dgm:cxn modelId="{7632773D-8054-0145-9910-2656ABCE5CDA}" type="presOf" srcId="{0DD8915E-DC14-41D6-9BB5-F49E1C265163}" destId="{F776D97D-7E8A-BE47-8534-04C00FFCCC4D}" srcOrd="0" destOrd="0" presId="urn:microsoft.com/office/officeart/2008/layout/LinedList"/>
    <dgm:cxn modelId="{F942F56C-9025-4AA1-9B36-C5AE0A93B0F5}" srcId="{4F85505A-81B6-4FDA-A144-900B71DAD946}" destId="{FEB4A941-E9FA-4A86-A673-85FF34B35F20}" srcOrd="0" destOrd="0" parTransId="{39522508-BC4E-4DD5-A744-AFEFFE36DB74}" sibTransId="{97624CC8-6315-4683-B26C-C30D552DA5A6}"/>
    <dgm:cxn modelId="{51563A4F-C0EB-47D6-B5BC-47A4E599AD4B}" srcId="{E9682B4F-0217-4B50-923E-C104AA24290F}" destId="{0EC0C300-11E4-45CF-8418-973585107209}" srcOrd="0" destOrd="0" parTransId="{1E4DD98E-100E-46B7-B24A-408BBF69E9FA}" sibTransId="{90FAB5D1-62B3-4FF6-A07D-EE607F529C32}"/>
    <dgm:cxn modelId="{C573C975-9BCD-3D47-86C8-14A8B61FE168}" type="presOf" srcId="{FEB4A941-E9FA-4A86-A673-85FF34B35F20}" destId="{4249D1DC-A83D-314A-B537-01066820A2A2}" srcOrd="0" destOrd="0" presId="urn:microsoft.com/office/officeart/2008/layout/LinedList"/>
    <dgm:cxn modelId="{2D633B56-E147-4EFC-B9EE-6C0413F329B0}" srcId="{0DD8915E-DC14-41D6-9BB5-F49E1C265163}" destId="{4F85505A-81B6-4FDA-A144-900B71DAD946}" srcOrd="3" destOrd="0" parTransId="{D9A96E25-7BBE-4DDD-8DDE-B4970D4340A8}" sibTransId="{68F74A88-49DC-44B1-BC0D-220A7B97601C}"/>
    <dgm:cxn modelId="{772B227B-9842-7E4B-A946-48F9C08394D4}" type="presOf" srcId="{A2322D3A-7AC2-4C5C-9D7E-EAB2313D47D4}" destId="{7543777C-4617-0343-8040-A73DD2FC544E}" srcOrd="0" destOrd="0" presId="urn:microsoft.com/office/officeart/2008/layout/LinedList"/>
    <dgm:cxn modelId="{52858697-E36E-3C41-91FB-24B844EEE1F4}" type="presOf" srcId="{0EC0C300-11E4-45CF-8418-973585107209}" destId="{C5AD48B0-9931-9B4D-A60B-A844B7F448FC}" srcOrd="0" destOrd="0" presId="urn:microsoft.com/office/officeart/2008/layout/LinedList"/>
    <dgm:cxn modelId="{D2CA01BF-F7E8-4A4F-9160-6406DCF31990}" type="presOf" srcId="{50418D2B-9486-42DE-AFDD-1D31420040FF}" destId="{40AD39FF-552E-3645-816F-DA192029EE94}" srcOrd="0" destOrd="0" presId="urn:microsoft.com/office/officeart/2008/layout/LinedList"/>
    <dgm:cxn modelId="{6C23D0C9-74B2-4C8B-AB2F-A03B3B0EBE56}" srcId="{0DD8915E-DC14-41D6-9BB5-F49E1C265163}" destId="{E9682B4F-0217-4B50-923E-C104AA24290F}" srcOrd="2" destOrd="0" parTransId="{E0F6C4AF-9BBB-4698-91D7-F9AE3EACBD5D}" sibTransId="{B8632E42-D7EB-4C31-877E-6F1B2801851A}"/>
    <dgm:cxn modelId="{381FE1CC-8184-4745-8EB3-6DE11655998D}" srcId="{73D947E0-108F-4D20-A71E-3CF329F97212}" destId="{30A490C8-22B4-4D68-875C-0F0DE2FF864D}" srcOrd="0" destOrd="0" parTransId="{035C64B0-4F0C-4FD1-BD23-B1D4C9887CBE}" sibTransId="{45495DA8-8707-41E3-A12B-FA5766269C44}"/>
    <dgm:cxn modelId="{179FAFCF-F878-464E-A8A6-1185EFA0E380}" srcId="{0DD8915E-DC14-41D6-9BB5-F49E1C265163}" destId="{A2322D3A-7AC2-4C5C-9D7E-EAB2313D47D4}" srcOrd="4" destOrd="0" parTransId="{4A8C15D4-B36F-4764-B4FF-F2AF790D3E17}" sibTransId="{84DE1C3A-3FC7-4DB3-88ED-33F65A71557A}"/>
    <dgm:cxn modelId="{99B75BD8-5AF8-7C4E-AEFD-430CD2C4CA57}" type="presOf" srcId="{73D947E0-108F-4D20-A71E-3CF329F97212}" destId="{27290E1D-A993-FE47-AD32-264686D4D5C9}" srcOrd="0" destOrd="0" presId="urn:microsoft.com/office/officeart/2008/layout/LinedList"/>
    <dgm:cxn modelId="{4AE21DE4-3E74-934C-A2DD-7AA9CF220864}" type="presOf" srcId="{B1AFA1AF-0FF8-45B3-A6D0-0E255A2F637D}" destId="{47BBF4D0-3042-9C45-AD8E-AC9529290611}" srcOrd="0" destOrd="0" presId="urn:microsoft.com/office/officeart/2008/layout/LinedList"/>
    <dgm:cxn modelId="{C4C745E7-4D99-7344-9422-E0A0ECE59A54}" type="presOf" srcId="{8FE81FEC-2664-411F-AEB3-065F29F52751}" destId="{FDF61795-EF4F-DD4D-9159-4AAF6F881146}" srcOrd="0" destOrd="0" presId="urn:microsoft.com/office/officeart/2008/layout/LinedList"/>
    <dgm:cxn modelId="{9759C9F1-6967-624A-9FF9-1DD2452BA3AA}" type="presOf" srcId="{4F85505A-81B6-4FDA-A144-900B71DAD946}" destId="{C76500F5-9E3D-F842-99EC-C1DB4300D8B6}" srcOrd="0" destOrd="0" presId="urn:microsoft.com/office/officeart/2008/layout/LinedList"/>
    <dgm:cxn modelId="{1AFBC1C2-4125-A746-815F-A6C0479AAB5E}" type="presParOf" srcId="{F776D97D-7E8A-BE47-8534-04C00FFCCC4D}" destId="{3C4E0FA1-D067-AD44-8E28-106F1EE1F117}" srcOrd="0" destOrd="0" presId="urn:microsoft.com/office/officeart/2008/layout/LinedList"/>
    <dgm:cxn modelId="{DEE48448-65C4-7D43-9C6C-1C322194C845}" type="presParOf" srcId="{F776D97D-7E8A-BE47-8534-04C00FFCCC4D}" destId="{4618D61B-DCED-8E48-9FBD-90A3161B1E67}" srcOrd="1" destOrd="0" presId="urn:microsoft.com/office/officeart/2008/layout/LinedList"/>
    <dgm:cxn modelId="{1C948CC6-566C-D945-A9AA-DD3067DB7EA5}" type="presParOf" srcId="{4618D61B-DCED-8E48-9FBD-90A3161B1E67}" destId="{27290E1D-A993-FE47-AD32-264686D4D5C9}" srcOrd="0" destOrd="0" presId="urn:microsoft.com/office/officeart/2008/layout/LinedList"/>
    <dgm:cxn modelId="{40323340-BD78-3242-90F0-8760C70B54C8}" type="presParOf" srcId="{4618D61B-DCED-8E48-9FBD-90A3161B1E67}" destId="{22DDA73C-6B43-B040-875B-5AEDC5BAD42D}" srcOrd="1" destOrd="0" presId="urn:microsoft.com/office/officeart/2008/layout/LinedList"/>
    <dgm:cxn modelId="{2F01CA35-2E6B-8B4C-918E-CB7F12B2EB17}" type="presParOf" srcId="{22DDA73C-6B43-B040-875B-5AEDC5BAD42D}" destId="{0A8259C7-5577-FE4A-960D-35F40680E496}" srcOrd="0" destOrd="0" presId="urn:microsoft.com/office/officeart/2008/layout/LinedList"/>
    <dgm:cxn modelId="{85E2D432-435C-1E4C-B9EB-3486629C64F1}" type="presParOf" srcId="{22DDA73C-6B43-B040-875B-5AEDC5BAD42D}" destId="{D9A20406-96A6-E94F-A649-D259FC3E9FB5}" srcOrd="1" destOrd="0" presId="urn:microsoft.com/office/officeart/2008/layout/LinedList"/>
    <dgm:cxn modelId="{73B953AA-1A2A-F948-B838-69A40AF93991}" type="presParOf" srcId="{D9A20406-96A6-E94F-A649-D259FC3E9FB5}" destId="{355BB4CC-5E93-4246-B4DF-6F912038E788}" srcOrd="0" destOrd="0" presId="urn:microsoft.com/office/officeart/2008/layout/LinedList"/>
    <dgm:cxn modelId="{0BFB45BA-2414-1B4C-9D20-295C1A568B14}" type="presParOf" srcId="{D9A20406-96A6-E94F-A649-D259FC3E9FB5}" destId="{4586F0D8-A120-274B-BE51-856FCB4AC43F}" srcOrd="1" destOrd="0" presId="urn:microsoft.com/office/officeart/2008/layout/LinedList"/>
    <dgm:cxn modelId="{D93E62D6-26CC-3041-BEC4-1078B7F5EE28}" type="presParOf" srcId="{D9A20406-96A6-E94F-A649-D259FC3E9FB5}" destId="{2E15F8C9-5842-A144-9D5F-AAF49EBC828C}" srcOrd="2" destOrd="0" presId="urn:microsoft.com/office/officeart/2008/layout/LinedList"/>
    <dgm:cxn modelId="{5D7453AA-C784-ED40-8752-06BF4D8D8228}" type="presParOf" srcId="{22DDA73C-6B43-B040-875B-5AEDC5BAD42D}" destId="{D32907E9-4487-C641-A90B-8734AF86410A}" srcOrd="2" destOrd="0" presId="urn:microsoft.com/office/officeart/2008/layout/LinedList"/>
    <dgm:cxn modelId="{58782C78-CC2C-D84A-B7A0-1A1D448F7740}" type="presParOf" srcId="{22DDA73C-6B43-B040-875B-5AEDC5BAD42D}" destId="{ED8A1C51-E98E-2843-9399-F7BEAA0953E2}" srcOrd="3" destOrd="0" presId="urn:microsoft.com/office/officeart/2008/layout/LinedList"/>
    <dgm:cxn modelId="{963F728C-6DCE-5340-ADAF-6D26364518C4}" type="presParOf" srcId="{F776D97D-7E8A-BE47-8534-04C00FFCCC4D}" destId="{178B931F-8CEF-0149-B4DF-A88FA13E58C2}" srcOrd="2" destOrd="0" presId="urn:microsoft.com/office/officeart/2008/layout/LinedList"/>
    <dgm:cxn modelId="{4B5413E7-E374-124C-ADE9-E376B016B1AA}" type="presParOf" srcId="{F776D97D-7E8A-BE47-8534-04C00FFCCC4D}" destId="{265D5022-9B9B-BA42-88D0-37765DFBADEE}" srcOrd="3" destOrd="0" presId="urn:microsoft.com/office/officeart/2008/layout/LinedList"/>
    <dgm:cxn modelId="{85099CAB-265F-AB4A-A5E6-392E1C4AE93C}" type="presParOf" srcId="{265D5022-9B9B-BA42-88D0-37765DFBADEE}" destId="{47BBF4D0-3042-9C45-AD8E-AC9529290611}" srcOrd="0" destOrd="0" presId="urn:microsoft.com/office/officeart/2008/layout/LinedList"/>
    <dgm:cxn modelId="{6D5B2806-C37E-0A42-9682-4E7B12402D01}" type="presParOf" srcId="{265D5022-9B9B-BA42-88D0-37765DFBADEE}" destId="{8117825D-08FF-8042-8745-FC633703D5F7}" srcOrd="1" destOrd="0" presId="urn:microsoft.com/office/officeart/2008/layout/LinedList"/>
    <dgm:cxn modelId="{9626628D-7312-3D4A-81E8-4C60BB924D51}" type="presParOf" srcId="{8117825D-08FF-8042-8745-FC633703D5F7}" destId="{68351258-5A8B-754C-B6A1-9825B142B219}" srcOrd="0" destOrd="0" presId="urn:microsoft.com/office/officeart/2008/layout/LinedList"/>
    <dgm:cxn modelId="{F653DD3A-2935-454B-A4E7-D2CD5FB2C54E}" type="presParOf" srcId="{8117825D-08FF-8042-8745-FC633703D5F7}" destId="{5FE2E143-7FA8-A043-B610-C273DA4DDD8B}" srcOrd="1" destOrd="0" presId="urn:microsoft.com/office/officeart/2008/layout/LinedList"/>
    <dgm:cxn modelId="{6EB2913B-BDE1-6D45-83E2-F4243409489A}" type="presParOf" srcId="{5FE2E143-7FA8-A043-B610-C273DA4DDD8B}" destId="{DD4CD826-FC02-E348-A6C9-0DC2E2D9C29B}" srcOrd="0" destOrd="0" presId="urn:microsoft.com/office/officeart/2008/layout/LinedList"/>
    <dgm:cxn modelId="{2744F6A2-A406-3A4D-A021-EBE446961DC9}" type="presParOf" srcId="{5FE2E143-7FA8-A043-B610-C273DA4DDD8B}" destId="{40AD39FF-552E-3645-816F-DA192029EE94}" srcOrd="1" destOrd="0" presId="urn:microsoft.com/office/officeart/2008/layout/LinedList"/>
    <dgm:cxn modelId="{B2EFF51F-B7A0-5247-855A-5DF225E76E44}" type="presParOf" srcId="{5FE2E143-7FA8-A043-B610-C273DA4DDD8B}" destId="{A23BCA2D-2ABE-AD4A-B328-864E09D9D53A}" srcOrd="2" destOrd="0" presId="urn:microsoft.com/office/officeart/2008/layout/LinedList"/>
    <dgm:cxn modelId="{054EE277-AF92-A14F-B8DF-8CD00E2F546F}" type="presParOf" srcId="{8117825D-08FF-8042-8745-FC633703D5F7}" destId="{3C32CEDB-4D51-DE42-A3D8-8AC9E88624F2}" srcOrd="2" destOrd="0" presId="urn:microsoft.com/office/officeart/2008/layout/LinedList"/>
    <dgm:cxn modelId="{45056D0C-8B13-EA4F-9C1C-34CD6E5CC0A8}" type="presParOf" srcId="{8117825D-08FF-8042-8745-FC633703D5F7}" destId="{EAF5A931-D6EC-9745-891E-D2432D3F82C1}" srcOrd="3" destOrd="0" presId="urn:microsoft.com/office/officeart/2008/layout/LinedList"/>
    <dgm:cxn modelId="{F181DF5D-631B-E04B-AE77-22B190EF9699}" type="presParOf" srcId="{F776D97D-7E8A-BE47-8534-04C00FFCCC4D}" destId="{913B5E25-C84D-514D-AB84-FB479AF2BAA5}" srcOrd="4" destOrd="0" presId="urn:microsoft.com/office/officeart/2008/layout/LinedList"/>
    <dgm:cxn modelId="{730F3869-EADB-AA4E-9877-72AC11B368CE}" type="presParOf" srcId="{F776D97D-7E8A-BE47-8534-04C00FFCCC4D}" destId="{6DCC70ED-4D75-B243-B2A7-47ECDF797974}" srcOrd="5" destOrd="0" presId="urn:microsoft.com/office/officeart/2008/layout/LinedList"/>
    <dgm:cxn modelId="{F1A74471-8FDE-B547-8DB9-C3BEBDE9484C}" type="presParOf" srcId="{6DCC70ED-4D75-B243-B2A7-47ECDF797974}" destId="{3E5AB2BF-A462-A841-B59B-E575612010D9}" srcOrd="0" destOrd="0" presId="urn:microsoft.com/office/officeart/2008/layout/LinedList"/>
    <dgm:cxn modelId="{D8EE97EF-C58E-CA4D-935F-3696E76DCAD4}" type="presParOf" srcId="{6DCC70ED-4D75-B243-B2A7-47ECDF797974}" destId="{A8F50829-4BAB-7C4A-AA30-84E2D099EB01}" srcOrd="1" destOrd="0" presId="urn:microsoft.com/office/officeart/2008/layout/LinedList"/>
    <dgm:cxn modelId="{55305C6D-EBD9-6147-924D-7A520F9C2F7B}" type="presParOf" srcId="{A8F50829-4BAB-7C4A-AA30-84E2D099EB01}" destId="{B00668AF-A753-A947-B0E8-8227A583AE63}" srcOrd="0" destOrd="0" presId="urn:microsoft.com/office/officeart/2008/layout/LinedList"/>
    <dgm:cxn modelId="{BC083303-4717-3047-BDAF-AB372A513541}" type="presParOf" srcId="{A8F50829-4BAB-7C4A-AA30-84E2D099EB01}" destId="{7513036D-86F8-6D46-87EA-832DD97DEE31}" srcOrd="1" destOrd="0" presId="urn:microsoft.com/office/officeart/2008/layout/LinedList"/>
    <dgm:cxn modelId="{1E734147-96C9-B844-A363-F3A3E5B41FA0}" type="presParOf" srcId="{7513036D-86F8-6D46-87EA-832DD97DEE31}" destId="{CC7DA8AC-3BF7-C34B-81F7-1982D6060B6D}" srcOrd="0" destOrd="0" presId="urn:microsoft.com/office/officeart/2008/layout/LinedList"/>
    <dgm:cxn modelId="{DB84297B-E3C6-194F-91AB-44DA723AE4C7}" type="presParOf" srcId="{7513036D-86F8-6D46-87EA-832DD97DEE31}" destId="{C5AD48B0-9931-9B4D-A60B-A844B7F448FC}" srcOrd="1" destOrd="0" presId="urn:microsoft.com/office/officeart/2008/layout/LinedList"/>
    <dgm:cxn modelId="{AC329C1A-F5AE-5D48-9B83-435F7E1C408C}" type="presParOf" srcId="{7513036D-86F8-6D46-87EA-832DD97DEE31}" destId="{739BA94D-B766-5549-A0A2-0A928B4B7133}" srcOrd="2" destOrd="0" presId="urn:microsoft.com/office/officeart/2008/layout/LinedList"/>
    <dgm:cxn modelId="{C5164D36-7D9B-844B-AFB2-C871EE520B4C}" type="presParOf" srcId="{A8F50829-4BAB-7C4A-AA30-84E2D099EB01}" destId="{1486AE56-865C-6E48-9D6E-6B6DFA851578}" srcOrd="2" destOrd="0" presId="urn:microsoft.com/office/officeart/2008/layout/LinedList"/>
    <dgm:cxn modelId="{3D6C1D07-B700-D74A-9FEF-2D02E52C7767}" type="presParOf" srcId="{A8F50829-4BAB-7C4A-AA30-84E2D099EB01}" destId="{B12D3693-6970-B94A-AB2E-8B150F518B73}" srcOrd="3" destOrd="0" presId="urn:microsoft.com/office/officeart/2008/layout/LinedList"/>
    <dgm:cxn modelId="{F200239E-02AD-F244-964C-597398F50846}" type="presParOf" srcId="{F776D97D-7E8A-BE47-8534-04C00FFCCC4D}" destId="{88532B37-2569-E445-B003-569B3ACBA8CA}" srcOrd="6" destOrd="0" presId="urn:microsoft.com/office/officeart/2008/layout/LinedList"/>
    <dgm:cxn modelId="{0FE2B243-C37E-B148-ADAD-B485F82713A6}" type="presParOf" srcId="{F776D97D-7E8A-BE47-8534-04C00FFCCC4D}" destId="{27C10060-401A-7945-9D2A-17F166E50813}" srcOrd="7" destOrd="0" presId="urn:microsoft.com/office/officeart/2008/layout/LinedList"/>
    <dgm:cxn modelId="{901EE5F2-0C91-0549-8BB5-B68C7AFBF1C6}" type="presParOf" srcId="{27C10060-401A-7945-9D2A-17F166E50813}" destId="{C76500F5-9E3D-F842-99EC-C1DB4300D8B6}" srcOrd="0" destOrd="0" presId="urn:microsoft.com/office/officeart/2008/layout/LinedList"/>
    <dgm:cxn modelId="{55FFBF0E-D38C-F848-BEEF-76F14AD0E52B}" type="presParOf" srcId="{27C10060-401A-7945-9D2A-17F166E50813}" destId="{18B63E3F-6E39-1A43-89A5-CF1EF0E2CD9D}" srcOrd="1" destOrd="0" presId="urn:microsoft.com/office/officeart/2008/layout/LinedList"/>
    <dgm:cxn modelId="{D1DAE132-899B-7A41-9B16-38DA3558D999}" type="presParOf" srcId="{18B63E3F-6E39-1A43-89A5-CF1EF0E2CD9D}" destId="{7614AAED-BC05-C04C-AA76-2598331FEA14}" srcOrd="0" destOrd="0" presId="urn:microsoft.com/office/officeart/2008/layout/LinedList"/>
    <dgm:cxn modelId="{B38F40B3-CD88-5C41-ADF6-9F20DA6886C7}" type="presParOf" srcId="{18B63E3F-6E39-1A43-89A5-CF1EF0E2CD9D}" destId="{5D3E0464-418A-564F-B2E6-DCDA7E5525CA}" srcOrd="1" destOrd="0" presId="urn:microsoft.com/office/officeart/2008/layout/LinedList"/>
    <dgm:cxn modelId="{84628A23-95A5-064C-866C-7BFD66FC4172}" type="presParOf" srcId="{5D3E0464-418A-564F-B2E6-DCDA7E5525CA}" destId="{53A5F1A9-72FB-CC4A-98FD-3028E50DEEE3}" srcOrd="0" destOrd="0" presId="urn:microsoft.com/office/officeart/2008/layout/LinedList"/>
    <dgm:cxn modelId="{8B6772C7-F7F1-8142-B4F4-FA8B72240E1F}" type="presParOf" srcId="{5D3E0464-418A-564F-B2E6-DCDA7E5525CA}" destId="{4249D1DC-A83D-314A-B537-01066820A2A2}" srcOrd="1" destOrd="0" presId="urn:microsoft.com/office/officeart/2008/layout/LinedList"/>
    <dgm:cxn modelId="{02D96DEC-77B9-9242-AA46-7ED4EE23BB84}" type="presParOf" srcId="{5D3E0464-418A-564F-B2E6-DCDA7E5525CA}" destId="{24573E07-646E-EE40-91F5-5D1B85DFB7A5}" srcOrd="2" destOrd="0" presId="urn:microsoft.com/office/officeart/2008/layout/LinedList"/>
    <dgm:cxn modelId="{08AFC2EC-BC3C-D444-991D-9088985A82D7}" type="presParOf" srcId="{18B63E3F-6E39-1A43-89A5-CF1EF0E2CD9D}" destId="{0D57756D-529C-2140-A977-BD0E25A5CF9F}" srcOrd="2" destOrd="0" presId="urn:microsoft.com/office/officeart/2008/layout/LinedList"/>
    <dgm:cxn modelId="{693A3E82-CADE-6A44-B958-AA563416F281}" type="presParOf" srcId="{18B63E3F-6E39-1A43-89A5-CF1EF0E2CD9D}" destId="{F09EA6CB-33D3-8D42-AA93-5A54221B358E}" srcOrd="3" destOrd="0" presId="urn:microsoft.com/office/officeart/2008/layout/LinedList"/>
    <dgm:cxn modelId="{12D23EA2-0ED9-D34E-B5ED-F5D3205CAB99}" type="presParOf" srcId="{F776D97D-7E8A-BE47-8534-04C00FFCCC4D}" destId="{F5770AFA-66ED-0C4C-805A-0A58C20E9262}" srcOrd="8" destOrd="0" presId="urn:microsoft.com/office/officeart/2008/layout/LinedList"/>
    <dgm:cxn modelId="{D6655B2D-64A9-7743-802F-4F8E778B3C33}" type="presParOf" srcId="{F776D97D-7E8A-BE47-8534-04C00FFCCC4D}" destId="{F891B2B1-AF2F-6B4A-BB1C-410B26CB87A9}" srcOrd="9" destOrd="0" presId="urn:microsoft.com/office/officeart/2008/layout/LinedList"/>
    <dgm:cxn modelId="{318C1DAB-A068-964F-A17E-140AD336B1BF}" type="presParOf" srcId="{F891B2B1-AF2F-6B4A-BB1C-410B26CB87A9}" destId="{7543777C-4617-0343-8040-A73DD2FC544E}" srcOrd="0" destOrd="0" presId="urn:microsoft.com/office/officeart/2008/layout/LinedList"/>
    <dgm:cxn modelId="{B8AF4568-9B82-DA44-AD5C-EA377FA2D9B3}" type="presParOf" srcId="{F891B2B1-AF2F-6B4A-BB1C-410B26CB87A9}" destId="{1F14637B-F64E-2B44-B962-58D4B9D01816}" srcOrd="1" destOrd="0" presId="urn:microsoft.com/office/officeart/2008/layout/LinedList"/>
    <dgm:cxn modelId="{4658BBE0-0059-7746-8015-ACCF9C12F94D}" type="presParOf" srcId="{1F14637B-F64E-2B44-B962-58D4B9D01816}" destId="{C5E85A61-2F53-ED40-B82C-D1234507F0B9}" srcOrd="0" destOrd="0" presId="urn:microsoft.com/office/officeart/2008/layout/LinedList"/>
    <dgm:cxn modelId="{EEFBE36F-E91C-3F40-963E-7DFDA2159A59}" type="presParOf" srcId="{1F14637B-F64E-2B44-B962-58D4B9D01816}" destId="{A74182B4-4E0B-8C41-8815-820CE83D2B24}" srcOrd="1" destOrd="0" presId="urn:microsoft.com/office/officeart/2008/layout/LinedList"/>
    <dgm:cxn modelId="{F7097533-54BF-4B46-AD4D-92D21EEBFDFE}" type="presParOf" srcId="{A74182B4-4E0B-8C41-8815-820CE83D2B24}" destId="{F42ED7E8-626D-8844-B304-8CB707F5C617}" srcOrd="0" destOrd="0" presId="urn:microsoft.com/office/officeart/2008/layout/LinedList"/>
    <dgm:cxn modelId="{154656EA-373C-3444-B79D-76EDB13C71D0}" type="presParOf" srcId="{A74182B4-4E0B-8C41-8815-820CE83D2B24}" destId="{FDF61795-EF4F-DD4D-9159-4AAF6F881146}" srcOrd="1" destOrd="0" presId="urn:microsoft.com/office/officeart/2008/layout/LinedList"/>
    <dgm:cxn modelId="{8D205AE8-2368-B64F-A428-DA96C0D8A08F}" type="presParOf" srcId="{A74182B4-4E0B-8C41-8815-820CE83D2B24}" destId="{8A4368D5-9931-DE4B-BB7D-B49BEF583F76}" srcOrd="2" destOrd="0" presId="urn:microsoft.com/office/officeart/2008/layout/LinedList"/>
    <dgm:cxn modelId="{A7BBB921-7E0D-5D41-9EFD-6FA175CB64CE}" type="presParOf" srcId="{1F14637B-F64E-2B44-B962-58D4B9D01816}" destId="{C75E1AE3-DD31-AD48-9D72-710374FAA08B}" srcOrd="2" destOrd="0" presId="urn:microsoft.com/office/officeart/2008/layout/LinedList"/>
    <dgm:cxn modelId="{6429F904-383C-C243-9E84-BE55B6F1F30B}" type="presParOf" srcId="{1F14637B-F64E-2B44-B962-58D4B9D01816}" destId="{3B2061BB-F946-524B-A959-DFB71D9FE3F7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4E0FA1-D067-AD44-8E28-106F1EE1F117}">
      <dsp:nvSpPr>
        <dsp:cNvPr id="0" name=""/>
        <dsp:cNvSpPr/>
      </dsp:nvSpPr>
      <dsp:spPr>
        <a:xfrm>
          <a:off x="0" y="517"/>
          <a:ext cx="999762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7290E1D-A993-FE47-AD32-264686D4D5C9}">
      <dsp:nvSpPr>
        <dsp:cNvPr id="0" name=""/>
        <dsp:cNvSpPr/>
      </dsp:nvSpPr>
      <dsp:spPr>
        <a:xfrm>
          <a:off x="0" y="517"/>
          <a:ext cx="2900472" cy="84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1A1A2E"/>
              </a:solidFill>
            </a:rPr>
            <a:t>Visualize Strings</a:t>
          </a:r>
          <a:endParaRPr lang="en-US" sz="1600" b="1" i="0" kern="1200">
            <a:latin typeface="+mj-lt"/>
            <a:cs typeface="Arial Black" panose="020B0604020202020204" pitchFamily="34" charset="0"/>
          </a:endParaRPr>
        </a:p>
      </dsp:txBody>
      <dsp:txXfrm>
        <a:off x="0" y="517"/>
        <a:ext cx="2900472" cy="847473"/>
      </dsp:txXfrm>
    </dsp:sp>
    <dsp:sp modelId="{4586F0D8-A120-274B-BE51-856FCB4AC43F}">
      <dsp:nvSpPr>
        <dsp:cNvPr id="0" name=""/>
        <dsp:cNvSpPr/>
      </dsp:nvSpPr>
      <dsp:spPr>
        <a:xfrm>
          <a:off x="3013241" y="39001"/>
          <a:ext cx="6959124" cy="769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64748B"/>
              </a:solidFill>
            </a:rPr>
            <a:t>Display strings as indexed character sequences with dynamic highlighting during operations</a:t>
          </a:r>
          <a:endParaRPr lang="en-US" sz="1400" b="1" i="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13241" y="39001"/>
        <a:ext cx="6959124" cy="769678"/>
      </dsp:txXfrm>
    </dsp:sp>
    <dsp:sp modelId="{D32907E9-4487-C641-A90B-8734AF86410A}">
      <dsp:nvSpPr>
        <dsp:cNvPr id="0" name=""/>
        <dsp:cNvSpPr/>
      </dsp:nvSpPr>
      <dsp:spPr>
        <a:xfrm>
          <a:off x="2891848" y="720425"/>
          <a:ext cx="706863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78B931F-8CEF-0149-B4DF-A88FA13E58C2}">
      <dsp:nvSpPr>
        <dsp:cNvPr id="0" name=""/>
        <dsp:cNvSpPr/>
      </dsp:nvSpPr>
      <dsp:spPr>
        <a:xfrm>
          <a:off x="0" y="847991"/>
          <a:ext cx="999762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7BBF4D0-3042-9C45-AD8E-AC9529290611}">
      <dsp:nvSpPr>
        <dsp:cNvPr id="0" name=""/>
        <dsp:cNvSpPr/>
      </dsp:nvSpPr>
      <dsp:spPr>
        <a:xfrm>
          <a:off x="0" y="847991"/>
          <a:ext cx="2979853" cy="84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1A1A2E"/>
              </a:solidFill>
            </a:rPr>
            <a:t>Live Code Pipeline</a:t>
          </a:r>
          <a:endParaRPr lang="en-US" sz="1600" b="1" i="0" kern="1200">
            <a:latin typeface="+mj-lt"/>
            <a:cs typeface="Arial Black" panose="020B0604020202020204" pitchFamily="34" charset="0"/>
          </a:endParaRPr>
        </a:p>
      </dsp:txBody>
      <dsp:txXfrm>
        <a:off x="0" y="847991"/>
        <a:ext cx="2979853" cy="847473"/>
      </dsp:txXfrm>
    </dsp:sp>
    <dsp:sp modelId="{40AD39FF-552E-3645-816F-DA192029EE94}">
      <dsp:nvSpPr>
        <dsp:cNvPr id="0" name=""/>
        <dsp:cNvSpPr/>
      </dsp:nvSpPr>
      <dsp:spPr>
        <a:xfrm>
          <a:off x="3100098" y="886475"/>
          <a:ext cx="6878089" cy="769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64748B"/>
              </a:solidFill>
            </a:rPr>
            <a:t>Accept Python string code, execute it, and transform the result into the visual representation</a:t>
          </a:r>
          <a:endParaRPr lang="en-US" sz="1400" b="1" i="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00098" y="886475"/>
        <a:ext cx="6878089" cy="769678"/>
      </dsp:txXfrm>
    </dsp:sp>
    <dsp:sp modelId="{3C32CEDB-4D51-DE42-A3D8-8AC9E88624F2}">
      <dsp:nvSpPr>
        <dsp:cNvPr id="0" name=""/>
        <dsp:cNvSpPr/>
      </dsp:nvSpPr>
      <dsp:spPr>
        <a:xfrm>
          <a:off x="2979853" y="1656153"/>
          <a:ext cx="695147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13B5E25-C84D-514D-AB84-FB479AF2BAA5}">
      <dsp:nvSpPr>
        <dsp:cNvPr id="0" name=""/>
        <dsp:cNvSpPr/>
      </dsp:nvSpPr>
      <dsp:spPr>
        <a:xfrm>
          <a:off x="0" y="1695465"/>
          <a:ext cx="999762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E5AB2BF-A462-A841-B59B-E575612010D9}">
      <dsp:nvSpPr>
        <dsp:cNvPr id="0" name=""/>
        <dsp:cNvSpPr/>
      </dsp:nvSpPr>
      <dsp:spPr>
        <a:xfrm>
          <a:off x="0" y="1695465"/>
          <a:ext cx="2871860" cy="84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1A1A2E"/>
              </a:solidFill>
            </a:rPr>
            <a:t>Structured Progression</a:t>
          </a:r>
          <a:endParaRPr lang="en-US" sz="1600" b="1" i="0" kern="1200">
            <a:latin typeface="+mj-lt"/>
            <a:cs typeface="Arial Black" panose="020B0604020202020204" pitchFamily="34" charset="0"/>
          </a:endParaRPr>
        </a:p>
      </dsp:txBody>
      <dsp:txXfrm>
        <a:off x="0" y="1695465"/>
        <a:ext cx="2871860" cy="847473"/>
      </dsp:txXfrm>
    </dsp:sp>
    <dsp:sp modelId="{C5AD48B0-9931-9B4D-A60B-A844B7F448FC}">
      <dsp:nvSpPr>
        <dsp:cNvPr id="0" name=""/>
        <dsp:cNvSpPr/>
      </dsp:nvSpPr>
      <dsp:spPr>
        <a:xfrm>
          <a:off x="3014698" y="1725320"/>
          <a:ext cx="6982926" cy="769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64748B"/>
              </a:solidFill>
            </a:rPr>
            <a:t>Present string concepts from fundamental to complex using multiple-choice and fill-in-the-blank exercises</a:t>
          </a:r>
          <a:endParaRPr lang="en-US" sz="1400" b="1" i="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14698" y="1725320"/>
        <a:ext cx="6982926" cy="769678"/>
      </dsp:txXfrm>
    </dsp:sp>
    <dsp:sp modelId="{1486AE56-865C-6E48-9D6E-6B6DFA851578}">
      <dsp:nvSpPr>
        <dsp:cNvPr id="0" name=""/>
        <dsp:cNvSpPr/>
      </dsp:nvSpPr>
      <dsp:spPr>
        <a:xfrm>
          <a:off x="2871860" y="2503627"/>
          <a:ext cx="710768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8532B37-2569-E445-B003-569B3ACBA8CA}">
      <dsp:nvSpPr>
        <dsp:cNvPr id="0" name=""/>
        <dsp:cNvSpPr/>
      </dsp:nvSpPr>
      <dsp:spPr>
        <a:xfrm>
          <a:off x="0" y="2542938"/>
          <a:ext cx="999762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76500F5-9E3D-F842-99EC-C1DB4300D8B6}">
      <dsp:nvSpPr>
        <dsp:cNvPr id="0" name=""/>
        <dsp:cNvSpPr/>
      </dsp:nvSpPr>
      <dsp:spPr>
        <a:xfrm>
          <a:off x="0" y="2542938"/>
          <a:ext cx="2872363" cy="84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rgbClr val="1A1A2E"/>
              </a:solidFill>
            </a:rPr>
            <a:t>Targeted Feedback</a:t>
          </a:r>
          <a:endParaRPr lang="en-US" sz="1800" b="1" i="0" kern="1200">
            <a:latin typeface="+mj-lt"/>
            <a:cs typeface="Arial Black" panose="020B0604020202020204" pitchFamily="34" charset="0"/>
          </a:endParaRPr>
        </a:p>
      </dsp:txBody>
      <dsp:txXfrm>
        <a:off x="0" y="2542938"/>
        <a:ext cx="2872363" cy="847473"/>
      </dsp:txXfrm>
    </dsp:sp>
    <dsp:sp modelId="{4249D1DC-A83D-314A-B537-01066820A2A2}">
      <dsp:nvSpPr>
        <dsp:cNvPr id="0" name=""/>
        <dsp:cNvSpPr/>
      </dsp:nvSpPr>
      <dsp:spPr>
        <a:xfrm>
          <a:off x="2998308" y="2565221"/>
          <a:ext cx="6984170" cy="769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64748B"/>
              </a:solidFill>
            </a:rPr>
            <a:t>Identify the specific misconception behind every wrong answer and explain it in plain language</a:t>
          </a:r>
          <a:endParaRPr lang="en-US" sz="1400" b="1" i="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98308" y="2565221"/>
        <a:ext cx="6984170" cy="769678"/>
      </dsp:txXfrm>
    </dsp:sp>
    <dsp:sp modelId="{0D57756D-529C-2140-A977-BD0E25A5CF9F}">
      <dsp:nvSpPr>
        <dsp:cNvPr id="0" name=""/>
        <dsp:cNvSpPr/>
      </dsp:nvSpPr>
      <dsp:spPr>
        <a:xfrm>
          <a:off x="2872363" y="3351101"/>
          <a:ext cx="7045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5770AFA-66ED-0C4C-805A-0A58C20E9262}">
      <dsp:nvSpPr>
        <dsp:cNvPr id="0" name=""/>
        <dsp:cNvSpPr/>
      </dsp:nvSpPr>
      <dsp:spPr>
        <a:xfrm>
          <a:off x="0" y="3390412"/>
          <a:ext cx="999762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43777C-4617-0343-8040-A73DD2FC544E}">
      <dsp:nvSpPr>
        <dsp:cNvPr id="0" name=""/>
        <dsp:cNvSpPr/>
      </dsp:nvSpPr>
      <dsp:spPr>
        <a:xfrm>
          <a:off x="0" y="3390412"/>
          <a:ext cx="2799945" cy="84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rgbClr val="1A1A2E"/>
              </a:solidFill>
            </a:rPr>
            <a:t>Evaluate Learning</a:t>
          </a:r>
          <a:endParaRPr lang="en-US" sz="1800" b="1" i="0" kern="1200">
            <a:latin typeface="+mj-lt"/>
            <a:cs typeface="Arial Black" panose="020B0604020202020204" pitchFamily="34" charset="0"/>
          </a:endParaRPr>
        </a:p>
      </dsp:txBody>
      <dsp:txXfrm>
        <a:off x="0" y="3390412"/>
        <a:ext cx="2799945" cy="847473"/>
      </dsp:txXfrm>
    </dsp:sp>
    <dsp:sp modelId="{FDF61795-EF4F-DD4D-9159-4AAF6F881146}">
      <dsp:nvSpPr>
        <dsp:cNvPr id="0" name=""/>
        <dsp:cNvSpPr/>
      </dsp:nvSpPr>
      <dsp:spPr>
        <a:xfrm>
          <a:off x="2841986" y="3428896"/>
          <a:ext cx="7058805" cy="769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64748B"/>
              </a:solidFill>
            </a:rPr>
            <a:t>Measure learning gain through pre and post testing with UCT first-year Python students</a:t>
          </a:r>
          <a:endParaRPr lang="en-US" sz="1400" b="1" i="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41986" y="3428896"/>
        <a:ext cx="7058805" cy="769678"/>
      </dsp:txXfrm>
    </dsp:sp>
    <dsp:sp modelId="{C75E1AE3-DD31-AD48-9D72-710374FAA08B}">
      <dsp:nvSpPr>
        <dsp:cNvPr id="0" name=""/>
        <dsp:cNvSpPr/>
      </dsp:nvSpPr>
      <dsp:spPr>
        <a:xfrm>
          <a:off x="2799945" y="4198575"/>
          <a:ext cx="691242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067D9-116D-3843-ABDF-D6546C1962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D21CC-DD94-204E-93C8-E1AAF3084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1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48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4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325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68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92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23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02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9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90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87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4A24E8-C109-4F3A-CEE5-84689AA13B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0949" b="27959"/>
          <a:stretch>
            <a:fillRect/>
          </a:stretch>
        </p:blipFill>
        <p:spPr>
          <a:xfrm>
            <a:off x="9830598" y="1496755"/>
            <a:ext cx="2361462" cy="5361246"/>
          </a:xfrm>
          <a:custGeom>
            <a:avLst/>
            <a:gdLst>
              <a:gd name="connsiteX0" fmla="*/ 0 w 2361462"/>
              <a:gd name="connsiteY0" fmla="*/ 0 h 5361246"/>
              <a:gd name="connsiteX1" fmla="*/ 2361462 w 2361462"/>
              <a:gd name="connsiteY1" fmla="*/ 0 h 5361246"/>
              <a:gd name="connsiteX2" fmla="*/ 2361462 w 2361462"/>
              <a:gd name="connsiteY2" fmla="*/ 5361246 h 5361246"/>
              <a:gd name="connsiteX3" fmla="*/ 0 w 2361462"/>
              <a:gd name="connsiteY3" fmla="*/ 5361246 h 536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1462" h="5361246">
                <a:moveTo>
                  <a:pt x="0" y="0"/>
                </a:moveTo>
                <a:lnTo>
                  <a:pt x="2361462" y="0"/>
                </a:lnTo>
                <a:lnTo>
                  <a:pt x="2361462" y="5361246"/>
                </a:lnTo>
                <a:lnTo>
                  <a:pt x="0" y="5361246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9497D1C-2169-2658-B8BB-0495216A4B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0421" b="19612"/>
          <a:stretch>
            <a:fillRect/>
          </a:stretch>
        </p:blipFill>
        <p:spPr>
          <a:xfrm>
            <a:off x="10352634" y="2036470"/>
            <a:ext cx="1839366" cy="4821530"/>
          </a:xfrm>
          <a:custGeom>
            <a:avLst/>
            <a:gdLst>
              <a:gd name="connsiteX0" fmla="*/ 0 w 1777810"/>
              <a:gd name="connsiteY0" fmla="*/ 0 h 4821530"/>
              <a:gd name="connsiteX1" fmla="*/ 1777810 w 1777810"/>
              <a:gd name="connsiteY1" fmla="*/ 0 h 4821530"/>
              <a:gd name="connsiteX2" fmla="*/ 1777810 w 1777810"/>
              <a:gd name="connsiteY2" fmla="*/ 4821530 h 4821530"/>
              <a:gd name="connsiteX3" fmla="*/ 0 w 1777810"/>
              <a:gd name="connsiteY3" fmla="*/ 4821530 h 482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7810" h="4821530">
                <a:moveTo>
                  <a:pt x="0" y="0"/>
                </a:moveTo>
                <a:lnTo>
                  <a:pt x="1777810" y="0"/>
                </a:lnTo>
                <a:lnTo>
                  <a:pt x="1777810" y="4821530"/>
                </a:lnTo>
                <a:lnTo>
                  <a:pt x="0" y="4821530"/>
                </a:lnTo>
                <a:close/>
              </a:path>
            </a:pathLst>
          </a:cu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A85067D-406E-8FBD-CAD7-FC3FEDE410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427" r="11071"/>
          <a:stretch>
            <a:fillRect/>
          </a:stretch>
        </p:blipFill>
        <p:spPr>
          <a:xfrm>
            <a:off x="1" y="4917240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CC84229-A616-7DBF-80DE-339B893E9C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010" t="41466"/>
          <a:stretch>
            <a:fillRect/>
          </a:stretch>
        </p:blipFill>
        <p:spPr>
          <a:xfrm>
            <a:off x="2" y="2"/>
            <a:ext cx="3767431" cy="1009819"/>
          </a:xfrm>
          <a:custGeom>
            <a:avLst/>
            <a:gdLst>
              <a:gd name="connsiteX0" fmla="*/ 0 w 3767431"/>
              <a:gd name="connsiteY0" fmla="*/ 0 h 1009819"/>
              <a:gd name="connsiteX1" fmla="*/ 3767431 w 3767431"/>
              <a:gd name="connsiteY1" fmla="*/ 0 h 1009819"/>
              <a:gd name="connsiteX2" fmla="*/ 3767431 w 3767431"/>
              <a:gd name="connsiteY2" fmla="*/ 1009819 h 1009819"/>
              <a:gd name="connsiteX3" fmla="*/ 0 w 3767431"/>
              <a:gd name="connsiteY3" fmla="*/ 1009819 h 100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7431" h="1009819">
                <a:moveTo>
                  <a:pt x="0" y="0"/>
                </a:moveTo>
                <a:lnTo>
                  <a:pt x="3767431" y="0"/>
                </a:lnTo>
                <a:lnTo>
                  <a:pt x="3767431" y="1009819"/>
                </a:lnTo>
                <a:lnTo>
                  <a:pt x="0" y="1009819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FF238C4-81CD-3A8B-6CD4-36EC3C74A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427" r="11071"/>
          <a:stretch>
            <a:fillRect/>
          </a:stretch>
        </p:blipFill>
        <p:spPr>
          <a:xfrm>
            <a:off x="1" y="5590419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63E3A363-145F-206F-266C-B9E2B0FAB7DD}"/>
              </a:ext>
            </a:extLst>
          </p:cNvPr>
          <p:cNvSpPr/>
          <p:nvPr userDrawn="1"/>
        </p:nvSpPr>
        <p:spPr>
          <a:xfrm>
            <a:off x="9250598" y="471605"/>
            <a:ext cx="2157097" cy="2157097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E02E05-595A-16CF-6266-62538DFC16D0}"/>
              </a:ext>
            </a:extLst>
          </p:cNvPr>
          <p:cNvSpPr/>
          <p:nvPr userDrawn="1"/>
        </p:nvSpPr>
        <p:spPr>
          <a:xfrm>
            <a:off x="7940285" y="4985135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D85649E-04BD-5186-BD79-8AA93DD3249B}"/>
              </a:ext>
            </a:extLst>
          </p:cNvPr>
          <p:cNvSpPr/>
          <p:nvPr userDrawn="1"/>
        </p:nvSpPr>
        <p:spPr>
          <a:xfrm>
            <a:off x="7940285" y="5679283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3DCF60-4DBD-60A8-147B-E448AF1810D5}"/>
              </a:ext>
            </a:extLst>
          </p:cNvPr>
          <p:cNvSpPr/>
          <p:nvPr userDrawn="1"/>
        </p:nvSpPr>
        <p:spPr>
          <a:xfrm>
            <a:off x="2930516" y="246834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CAD9A-42EA-5081-7FB2-7E583DDE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2" y="2359152"/>
            <a:ext cx="6528816" cy="1883664"/>
          </a:xfrm>
        </p:spPr>
        <p:txBody>
          <a:bodyPr anchor="t">
            <a:noAutofit/>
          </a:bodyPr>
          <a:lstStyle>
            <a:lvl1pPr algn="l">
              <a:defRPr sz="5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3C71F-CB44-ACA0-AF0E-CD2A4DA7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1947672"/>
            <a:ext cx="5943600" cy="41148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FD1BB09-A7ED-BA2F-D5C0-000FA9FC24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498771">
            <a:off x="1238845" y="2129773"/>
            <a:ext cx="1501346" cy="15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7F9A3535-D85B-F023-B8C0-28D2FEAAD9E0}"/>
              </a:ext>
            </a:extLst>
          </p:cNvPr>
          <p:cNvGrpSpPr/>
          <p:nvPr userDrawn="1"/>
        </p:nvGrpSpPr>
        <p:grpSpPr>
          <a:xfrm>
            <a:off x="1" y="3827512"/>
            <a:ext cx="12198945" cy="3030489"/>
            <a:chOff x="1" y="3827512"/>
            <a:chExt cx="12198945" cy="3030489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11C7D54-0954-B838-DA12-86EA86543A54}"/>
                </a:ext>
              </a:extLst>
            </p:cNvPr>
            <p:cNvSpPr/>
            <p:nvPr userDrawn="1"/>
          </p:nvSpPr>
          <p:spPr>
            <a:xfrm>
              <a:off x="11488761" y="5133340"/>
              <a:ext cx="521208" cy="1724660"/>
            </a:xfrm>
            <a:custGeom>
              <a:avLst/>
              <a:gdLst>
                <a:gd name="connsiteX0" fmla="*/ 834 w 513332"/>
                <a:gd name="connsiteY0" fmla="*/ -1393 h 1623974"/>
                <a:gd name="connsiteX1" fmla="*/ 514166 w 513332"/>
                <a:gd name="connsiteY1" fmla="*/ -1393 h 1623974"/>
                <a:gd name="connsiteX2" fmla="*/ 514166 w 513332"/>
                <a:gd name="connsiteY2" fmla="*/ 1622582 h 1623974"/>
                <a:gd name="connsiteX3" fmla="*/ 834 w 513332"/>
                <a:gd name="connsiteY3" fmla="*/ 1622582 h 162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32" h="1623974">
                  <a:moveTo>
                    <a:pt x="834" y="-1393"/>
                  </a:moveTo>
                  <a:lnTo>
                    <a:pt x="514166" y="-1393"/>
                  </a:lnTo>
                  <a:lnTo>
                    <a:pt x="514166" y="1622582"/>
                  </a:lnTo>
                  <a:lnTo>
                    <a:pt x="834" y="1622582"/>
                  </a:lnTo>
                  <a:close/>
                </a:path>
              </a:pathLst>
            </a:custGeom>
            <a:solidFill>
              <a:schemeClr val="accent1"/>
            </a:solidFill>
            <a:ln w="282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E49D87C6-232E-E91C-0D76-756637414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9291" r="42583" b="30832"/>
            <a:stretch>
              <a:fillRect/>
            </a:stretch>
          </p:blipFill>
          <p:spPr>
            <a:xfrm>
              <a:off x="1" y="3827512"/>
              <a:ext cx="12198945" cy="3030489"/>
            </a:xfrm>
            <a:custGeom>
              <a:avLst/>
              <a:gdLst>
                <a:gd name="connsiteX0" fmla="*/ 0 w 12198945"/>
                <a:gd name="connsiteY0" fmla="*/ 0 h 3030489"/>
                <a:gd name="connsiteX1" fmla="*/ 12198945 w 12198945"/>
                <a:gd name="connsiteY1" fmla="*/ 0 h 3030489"/>
                <a:gd name="connsiteX2" fmla="*/ 12198945 w 12198945"/>
                <a:gd name="connsiteY2" fmla="*/ 1369519 h 3030489"/>
                <a:gd name="connsiteX3" fmla="*/ 11240822 w 12198945"/>
                <a:gd name="connsiteY3" fmla="*/ 1369519 h 3030489"/>
                <a:gd name="connsiteX4" fmla="*/ 11240822 w 12198945"/>
                <a:gd name="connsiteY4" fmla="*/ 3030489 h 3030489"/>
                <a:gd name="connsiteX5" fmla="*/ 0 w 12198945"/>
                <a:gd name="connsiteY5" fmla="*/ 3030489 h 303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8945" h="3030489">
                  <a:moveTo>
                    <a:pt x="0" y="0"/>
                  </a:moveTo>
                  <a:lnTo>
                    <a:pt x="12198945" y="0"/>
                  </a:lnTo>
                  <a:lnTo>
                    <a:pt x="12198945" y="1369519"/>
                  </a:lnTo>
                  <a:lnTo>
                    <a:pt x="11240822" y="1369519"/>
                  </a:lnTo>
                  <a:lnTo>
                    <a:pt x="11240822" y="3030489"/>
                  </a:lnTo>
                  <a:lnTo>
                    <a:pt x="0" y="3030489"/>
                  </a:lnTo>
                  <a:close/>
                </a:path>
              </a:pathLst>
            </a:cu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11" name="Freeform 65">
            <a:extLst>
              <a:ext uri="{FF2B5EF4-FFF2-40B4-BE49-F238E27FC236}">
                <a16:creationId xmlns:a16="http://schemas.microsoft.com/office/drawing/2014/main" id="{232AA84F-639D-A24B-BB67-2694CC069C65}"/>
              </a:ext>
            </a:extLst>
          </p:cNvPr>
          <p:cNvSpPr/>
          <p:nvPr/>
        </p:nvSpPr>
        <p:spPr>
          <a:xfrm>
            <a:off x="838989" y="5178370"/>
            <a:ext cx="2157098" cy="1679630"/>
          </a:xfrm>
          <a:custGeom>
            <a:avLst/>
            <a:gdLst>
              <a:gd name="connsiteX0" fmla="*/ 1078549 w 2157098"/>
              <a:gd name="connsiteY0" fmla="*/ 0 h 1679630"/>
              <a:gd name="connsiteX1" fmla="*/ 2157098 w 2157098"/>
              <a:gd name="connsiteY1" fmla="*/ 1078549 h 1679630"/>
              <a:gd name="connsiteX2" fmla="*/ 2072341 w 2157098"/>
              <a:gd name="connsiteY2" fmla="*/ 1498369 h 1679630"/>
              <a:gd name="connsiteX3" fmla="*/ 1973955 w 2157098"/>
              <a:gd name="connsiteY3" fmla="*/ 1679630 h 1679630"/>
              <a:gd name="connsiteX4" fmla="*/ 183143 w 2157098"/>
              <a:gd name="connsiteY4" fmla="*/ 1679630 h 1679630"/>
              <a:gd name="connsiteX5" fmla="*/ 84758 w 2157098"/>
              <a:gd name="connsiteY5" fmla="*/ 1498369 h 1679630"/>
              <a:gd name="connsiteX6" fmla="*/ 0 w 2157098"/>
              <a:gd name="connsiteY6" fmla="*/ 1078549 h 1679630"/>
              <a:gd name="connsiteX7" fmla="*/ 1078549 w 2157098"/>
              <a:gd name="connsiteY7" fmla="*/ 0 h 1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679630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1" y="1498369"/>
                </a:cubicBezTo>
                <a:lnTo>
                  <a:pt x="1973955" y="1679630"/>
                </a:lnTo>
                <a:lnTo>
                  <a:pt x="183143" y="1679630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9B8E7B-82C3-F9D6-9E34-8F76C40C8539}"/>
              </a:ext>
            </a:extLst>
          </p:cNvPr>
          <p:cNvSpPr/>
          <p:nvPr/>
        </p:nvSpPr>
        <p:spPr>
          <a:xfrm>
            <a:off x="9626717" y="49909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EACDB755-CEBA-6C68-443D-525463E80D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307D0F4E-2944-C947-2B6E-0547303F25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3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8762246" cy="1325880"/>
          </a:xfrm>
        </p:spPr>
        <p:txBody>
          <a:bodyPr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596636-128C-4D64-E63E-16619F5C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92808"/>
            <a:ext cx="8659368" cy="749808"/>
          </a:xfrm>
          <a:solidFill>
            <a:schemeClr val="accent1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E065C5-B7CB-9146-3A7C-A6F39CA9B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880" y="1792224"/>
            <a:ext cx="960120" cy="9601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0306DB-B174-37A8-719D-C89F9EE11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8659368" cy="749808"/>
          </a:xfrm>
          <a:solidFill>
            <a:schemeClr val="accent2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D80DBC95-A30E-E3C3-6A02-0DE7F6995B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880" y="2784348"/>
            <a:ext cx="960120" cy="960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FF0762B-1AD3-943D-F4CC-9D5CF5740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90772"/>
            <a:ext cx="8659368" cy="749808"/>
          </a:xfrm>
          <a:solidFill>
            <a:schemeClr val="accent4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1060427-2619-E83D-D977-65854C7A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880" y="3776472"/>
            <a:ext cx="960120" cy="9601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B28E366-646A-5633-0E0C-1BB99B27F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8659368" cy="749808"/>
          </a:xfrm>
          <a:solidFill>
            <a:schemeClr val="tx1">
              <a:lumMod val="90000"/>
              <a:lumOff val="10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2A38A746-8D71-1D08-BD7B-347D1E598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3880" y="4768596"/>
            <a:ext cx="960120" cy="96012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B500DDB-4549-EAE1-1AA8-DBD382D2B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888736"/>
            <a:ext cx="8659368" cy="749808"/>
          </a:xfrm>
          <a:solidFill>
            <a:schemeClr val="accent3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EC619F49-49DD-DF7B-37A0-6104FF3C2B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3880" y="5760720"/>
            <a:ext cx="960120" cy="9601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19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 hidden="1">
            <a:extLst>
              <a:ext uri="{FF2B5EF4-FFF2-40B4-BE49-F238E27FC236}">
                <a16:creationId xmlns:a16="http://schemas.microsoft.com/office/drawing/2014/main" id="{25EA7C35-FF1A-FBFD-05A2-718EB0D16B65}"/>
              </a:ext>
            </a:extLst>
          </p:cNvPr>
          <p:cNvSpPr/>
          <p:nvPr/>
        </p:nvSpPr>
        <p:spPr>
          <a:xfrm>
            <a:off x="233681" y="2011679"/>
            <a:ext cx="3195438" cy="3286867"/>
          </a:xfrm>
          <a:custGeom>
            <a:avLst/>
            <a:gdLst>
              <a:gd name="connsiteX0" fmla="*/ 2213 w 9357201"/>
              <a:gd name="connsiteY0" fmla="*/ -650 h 3276674"/>
              <a:gd name="connsiteX1" fmla="*/ 8009370 w 9357201"/>
              <a:gd name="connsiteY1" fmla="*/ -650 h 3276674"/>
              <a:gd name="connsiteX2" fmla="*/ 9359415 w 9357201"/>
              <a:gd name="connsiteY2" fmla="*/ 1355860 h 3276674"/>
              <a:gd name="connsiteX3" fmla="*/ 9359415 w 9357201"/>
              <a:gd name="connsiteY3" fmla="*/ 3276024 h 3276674"/>
              <a:gd name="connsiteX0" fmla="*/ 0 w 9357202"/>
              <a:gd name="connsiteY0" fmla="*/ 33 h 3276707"/>
              <a:gd name="connsiteX1" fmla="*/ 5765524 w 9357202"/>
              <a:gd name="connsiteY1" fmla="*/ 0 h 3276707"/>
              <a:gd name="connsiteX2" fmla="*/ 8007157 w 9357202"/>
              <a:gd name="connsiteY2" fmla="*/ 33 h 3276707"/>
              <a:gd name="connsiteX3" fmla="*/ 9357202 w 9357202"/>
              <a:gd name="connsiteY3" fmla="*/ 1356543 h 3276707"/>
              <a:gd name="connsiteX4" fmla="*/ 9357202 w 9357202"/>
              <a:gd name="connsiteY4" fmla="*/ 3276707 h 3276707"/>
              <a:gd name="connsiteX0" fmla="*/ 0 w 3591678"/>
              <a:gd name="connsiteY0" fmla="*/ 0 h 3276707"/>
              <a:gd name="connsiteX1" fmla="*/ 2241633 w 3591678"/>
              <a:gd name="connsiteY1" fmla="*/ 33 h 3276707"/>
              <a:gd name="connsiteX2" fmla="*/ 3591678 w 3591678"/>
              <a:gd name="connsiteY2" fmla="*/ 1356543 h 3276707"/>
              <a:gd name="connsiteX3" fmla="*/ 3591678 w 3591678"/>
              <a:gd name="connsiteY3" fmla="*/ 3276707 h 3276707"/>
              <a:gd name="connsiteX0" fmla="*/ 0 w 3408798"/>
              <a:gd name="connsiteY0" fmla="*/ 0 h 3276707"/>
              <a:gd name="connsiteX1" fmla="*/ 2058753 w 3408798"/>
              <a:gd name="connsiteY1" fmla="*/ 33 h 3276707"/>
              <a:gd name="connsiteX2" fmla="*/ 3408798 w 3408798"/>
              <a:gd name="connsiteY2" fmla="*/ 1356543 h 3276707"/>
              <a:gd name="connsiteX3" fmla="*/ 3408798 w 3408798"/>
              <a:gd name="connsiteY3" fmla="*/ 3276707 h 3276707"/>
              <a:gd name="connsiteX0" fmla="*/ 0 w 3225918"/>
              <a:gd name="connsiteY0" fmla="*/ 0 h 3286867"/>
              <a:gd name="connsiteX1" fmla="*/ 1875873 w 3225918"/>
              <a:gd name="connsiteY1" fmla="*/ 10193 h 3286867"/>
              <a:gd name="connsiteX2" fmla="*/ 3225918 w 3225918"/>
              <a:gd name="connsiteY2" fmla="*/ 1366703 h 3286867"/>
              <a:gd name="connsiteX3" fmla="*/ 3225918 w 3225918"/>
              <a:gd name="connsiteY3" fmla="*/ 3286867 h 3286867"/>
              <a:gd name="connsiteX0" fmla="*/ 0 w 3195438"/>
              <a:gd name="connsiteY0" fmla="*/ 0 h 3286867"/>
              <a:gd name="connsiteX1" fmla="*/ 1845393 w 3195438"/>
              <a:gd name="connsiteY1" fmla="*/ 10193 h 3286867"/>
              <a:gd name="connsiteX2" fmla="*/ 3195438 w 3195438"/>
              <a:gd name="connsiteY2" fmla="*/ 1366703 h 3286867"/>
              <a:gd name="connsiteX3" fmla="*/ 3195438 w 3195438"/>
              <a:gd name="connsiteY3" fmla="*/ 3286867 h 328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5438" h="3286867">
                <a:moveTo>
                  <a:pt x="0" y="0"/>
                </a:moveTo>
                <a:lnTo>
                  <a:pt x="1845393" y="10193"/>
                </a:lnTo>
                <a:cubicBezTo>
                  <a:pt x="2591000" y="10193"/>
                  <a:pt x="3195438" y="617523"/>
                  <a:pt x="3195438" y="1366703"/>
                </a:cubicBezTo>
                <a:lnTo>
                  <a:pt x="3195438" y="3286867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 hidden="1">
            <a:extLst>
              <a:ext uri="{FF2B5EF4-FFF2-40B4-BE49-F238E27FC236}">
                <a16:creationId xmlns:a16="http://schemas.microsoft.com/office/drawing/2014/main" id="{B09E8213-E4A1-3E30-9198-8B68ABEE82B8}"/>
              </a:ext>
            </a:extLst>
          </p:cNvPr>
          <p:cNvSpPr/>
          <p:nvPr/>
        </p:nvSpPr>
        <p:spPr>
          <a:xfrm>
            <a:off x="3429117" y="4725899"/>
            <a:ext cx="8510941" cy="1366196"/>
          </a:xfrm>
          <a:custGeom>
            <a:avLst/>
            <a:gdLst>
              <a:gd name="connsiteX0" fmla="*/ 10980107 w 10977893"/>
              <a:gd name="connsiteY0" fmla="*/ -650 h 1365979"/>
              <a:gd name="connsiteX1" fmla="*/ 10980107 w 10977893"/>
              <a:gd name="connsiteY1" fmla="*/ 789104 h 1365979"/>
              <a:gd name="connsiteX2" fmla="*/ 10357989 w 10977893"/>
              <a:gd name="connsiteY2" fmla="*/ 1365329 h 1365979"/>
              <a:gd name="connsiteX3" fmla="*/ 624331 w 10977893"/>
              <a:gd name="connsiteY3" fmla="*/ 1365329 h 1365979"/>
              <a:gd name="connsiteX4" fmla="*/ 2213 w 10977893"/>
              <a:gd name="connsiteY4" fmla="*/ 789104 h 1365979"/>
              <a:gd name="connsiteX5" fmla="*/ 2213 w 10977893"/>
              <a:gd name="connsiteY5" fmla="*/ -650 h 1365979"/>
              <a:gd name="connsiteX0" fmla="*/ 10977894 w 10977894"/>
              <a:gd name="connsiteY0" fmla="*/ 0 h 1365979"/>
              <a:gd name="connsiteX1" fmla="*/ 10977894 w 10977894"/>
              <a:gd name="connsiteY1" fmla="*/ 789754 h 1365979"/>
              <a:gd name="connsiteX2" fmla="*/ 10355776 w 10977894"/>
              <a:gd name="connsiteY2" fmla="*/ 1365979 h 1365979"/>
              <a:gd name="connsiteX3" fmla="*/ 8724301 w 10977894"/>
              <a:gd name="connsiteY3" fmla="*/ 1362386 h 1365979"/>
              <a:gd name="connsiteX4" fmla="*/ 622118 w 10977894"/>
              <a:gd name="connsiteY4" fmla="*/ 1365979 h 1365979"/>
              <a:gd name="connsiteX5" fmla="*/ 0 w 10977894"/>
              <a:gd name="connsiteY5" fmla="*/ 789754 h 1365979"/>
              <a:gd name="connsiteX6" fmla="*/ 0 w 10977894"/>
              <a:gd name="connsiteY6" fmla="*/ 0 h 1365979"/>
              <a:gd name="connsiteX0" fmla="*/ 10977894 w 10977894"/>
              <a:gd name="connsiteY0" fmla="*/ 789754 h 1365979"/>
              <a:gd name="connsiteX1" fmla="*/ 10355776 w 10977894"/>
              <a:gd name="connsiteY1" fmla="*/ 1365979 h 1365979"/>
              <a:gd name="connsiteX2" fmla="*/ 8724301 w 10977894"/>
              <a:gd name="connsiteY2" fmla="*/ 1362386 h 1365979"/>
              <a:gd name="connsiteX3" fmla="*/ 622118 w 10977894"/>
              <a:gd name="connsiteY3" fmla="*/ 1365979 h 1365979"/>
              <a:gd name="connsiteX4" fmla="*/ 0 w 10977894"/>
              <a:gd name="connsiteY4" fmla="*/ 789754 h 1365979"/>
              <a:gd name="connsiteX5" fmla="*/ 0 w 10977894"/>
              <a:gd name="connsiteY5" fmla="*/ 0 h 1365979"/>
              <a:gd name="connsiteX0" fmla="*/ 10355776 w 10355776"/>
              <a:gd name="connsiteY0" fmla="*/ 1365979 h 1365979"/>
              <a:gd name="connsiteX1" fmla="*/ 8724301 w 10355776"/>
              <a:gd name="connsiteY1" fmla="*/ 1362386 h 1365979"/>
              <a:gd name="connsiteX2" fmla="*/ 622118 w 10355776"/>
              <a:gd name="connsiteY2" fmla="*/ 1365979 h 1365979"/>
              <a:gd name="connsiteX3" fmla="*/ 0 w 10355776"/>
              <a:gd name="connsiteY3" fmla="*/ 789754 h 1365979"/>
              <a:gd name="connsiteX4" fmla="*/ 0 w 10355776"/>
              <a:gd name="connsiteY4" fmla="*/ 0 h 1365979"/>
              <a:gd name="connsiteX0" fmla="*/ 8724301 w 8724301"/>
              <a:gd name="connsiteY0" fmla="*/ 1362386 h 1365979"/>
              <a:gd name="connsiteX1" fmla="*/ 622118 w 8724301"/>
              <a:gd name="connsiteY1" fmla="*/ 1365979 h 1365979"/>
              <a:gd name="connsiteX2" fmla="*/ 0 w 8724301"/>
              <a:gd name="connsiteY2" fmla="*/ 789754 h 1365979"/>
              <a:gd name="connsiteX3" fmla="*/ 0 w 8724301"/>
              <a:gd name="connsiteY3" fmla="*/ 0 h 1365979"/>
              <a:gd name="connsiteX0" fmla="*/ 8510941 w 8510941"/>
              <a:gd name="connsiteY0" fmla="*/ 1366196 h 1366196"/>
              <a:gd name="connsiteX1" fmla="*/ 622118 w 8510941"/>
              <a:gd name="connsiteY1" fmla="*/ 1365979 h 1366196"/>
              <a:gd name="connsiteX2" fmla="*/ 0 w 8510941"/>
              <a:gd name="connsiteY2" fmla="*/ 789754 h 1366196"/>
              <a:gd name="connsiteX3" fmla="*/ 0 w 8510941"/>
              <a:gd name="connsiteY3" fmla="*/ 0 h 136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10941" h="1366196">
                <a:moveTo>
                  <a:pt x="8510941" y="1366196"/>
                </a:moveTo>
                <a:lnTo>
                  <a:pt x="622118" y="1365979"/>
                </a:lnTo>
                <a:cubicBezTo>
                  <a:pt x="278520" y="1365979"/>
                  <a:pt x="0" y="1107979"/>
                  <a:pt x="0" y="789754"/>
                </a:cubicBezTo>
                <a:lnTo>
                  <a:pt x="0" y="0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67CFF6C-EDBA-8B95-5C93-0B4BB5939B8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507" r="12032"/>
          <a:stretch/>
        </p:blipFill>
        <p:spPr>
          <a:xfrm>
            <a:off x="0" y="1779373"/>
            <a:ext cx="12192000" cy="4583992"/>
          </a:xfrm>
          <a:custGeom>
            <a:avLst/>
            <a:gdLst>
              <a:gd name="connsiteX0" fmla="*/ 0 w 12192000"/>
              <a:gd name="connsiteY0" fmla="*/ 0 h 4583992"/>
              <a:gd name="connsiteX1" fmla="*/ 12192000 w 12192000"/>
              <a:gd name="connsiteY1" fmla="*/ 0 h 4583992"/>
              <a:gd name="connsiteX2" fmla="*/ 12192000 w 12192000"/>
              <a:gd name="connsiteY2" fmla="*/ 2190264 h 4583992"/>
              <a:gd name="connsiteX3" fmla="*/ 12187938 w 12192000"/>
              <a:gd name="connsiteY3" fmla="*/ 2190264 h 4583992"/>
              <a:gd name="connsiteX4" fmla="*/ 12187938 w 12192000"/>
              <a:gd name="connsiteY4" fmla="*/ 4583992 h 4583992"/>
              <a:gd name="connsiteX5" fmla="*/ 0 w 12192000"/>
              <a:gd name="connsiteY5" fmla="*/ 4583992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583992">
                <a:moveTo>
                  <a:pt x="0" y="0"/>
                </a:moveTo>
                <a:lnTo>
                  <a:pt x="12192000" y="0"/>
                </a:lnTo>
                <a:lnTo>
                  <a:pt x="12192000" y="2190264"/>
                </a:lnTo>
                <a:lnTo>
                  <a:pt x="12187938" y="2190264"/>
                </a:lnTo>
                <a:lnTo>
                  <a:pt x="12187938" y="4583992"/>
                </a:lnTo>
                <a:lnTo>
                  <a:pt x="0" y="4583992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1FEFD686-81C7-A517-F1C0-0C3D3EF340F2}"/>
              </a:ext>
            </a:extLst>
          </p:cNvPr>
          <p:cNvSpPr/>
          <p:nvPr/>
        </p:nvSpPr>
        <p:spPr>
          <a:xfrm>
            <a:off x="767250" y="3628115"/>
            <a:ext cx="1628275" cy="1628275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32612E-888F-3F52-2DF9-1A7FC1C33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2707"/>
          <a:stretch>
            <a:fillRect/>
          </a:stretch>
        </p:blipFill>
        <p:spPr>
          <a:xfrm>
            <a:off x="5315713" y="5020135"/>
            <a:ext cx="6718341" cy="1871772"/>
          </a:xfrm>
          <a:custGeom>
            <a:avLst/>
            <a:gdLst>
              <a:gd name="connsiteX0" fmla="*/ 0 w 6718341"/>
              <a:gd name="connsiteY0" fmla="*/ 0 h 1871772"/>
              <a:gd name="connsiteX1" fmla="*/ 6718341 w 6718341"/>
              <a:gd name="connsiteY1" fmla="*/ 0 h 1871772"/>
              <a:gd name="connsiteX2" fmla="*/ 6718341 w 6718341"/>
              <a:gd name="connsiteY2" fmla="*/ 1871772 h 1871772"/>
              <a:gd name="connsiteX3" fmla="*/ 0 w 6718341"/>
              <a:gd name="connsiteY3" fmla="*/ 1871772 h 18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871772">
                <a:moveTo>
                  <a:pt x="0" y="0"/>
                </a:moveTo>
                <a:lnTo>
                  <a:pt x="6718341" y="0"/>
                </a:lnTo>
                <a:lnTo>
                  <a:pt x="6718341" y="1871772"/>
                </a:lnTo>
                <a:lnTo>
                  <a:pt x="0" y="1871772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CA6479C-DB58-C182-DA46-646A89A79A6F}"/>
              </a:ext>
            </a:extLst>
          </p:cNvPr>
          <p:cNvSpPr/>
          <p:nvPr/>
        </p:nvSpPr>
        <p:spPr>
          <a:xfrm>
            <a:off x="11469607" y="5904458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0F0BF7-907A-B0C3-5845-78EDA851891C}"/>
              </a:ext>
            </a:extLst>
          </p:cNvPr>
          <p:cNvSpPr/>
          <p:nvPr/>
        </p:nvSpPr>
        <p:spPr>
          <a:xfrm>
            <a:off x="3000866" y="2411479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D287EAB-26E8-C8AF-6CB0-D37B7CB37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165" t="77500"/>
          <a:stretch>
            <a:fillRect/>
          </a:stretch>
        </p:blipFill>
        <p:spPr>
          <a:xfrm flipH="1">
            <a:off x="7732665" y="0"/>
            <a:ext cx="4459335" cy="1543022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5323F-6D74-29FA-F04C-027DF280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anchor="t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744" y="1885193"/>
            <a:ext cx="5943600" cy="41148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0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04872"/>
            <a:ext cx="10716768" cy="3630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3A32FC-3A65-2B5F-2625-0FE903CD37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DFD42C5-F2A8-2017-93FA-4A8F8A7CB7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6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c 38">
            <a:extLst>
              <a:ext uri="{FF2B5EF4-FFF2-40B4-BE49-F238E27FC236}">
                <a16:creationId xmlns:a16="http://schemas.microsoft.com/office/drawing/2014/main" id="{0FA7F5A0-ECAD-A574-6649-C548018706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6427" r="82873"/>
          <a:stretch>
            <a:fillRect/>
          </a:stretch>
        </p:blipFill>
        <p:spPr>
          <a:xfrm>
            <a:off x="9233628" y="1"/>
            <a:ext cx="2958372" cy="6105105"/>
          </a:xfrm>
          <a:custGeom>
            <a:avLst/>
            <a:gdLst>
              <a:gd name="connsiteX0" fmla="*/ 0 w 2958372"/>
              <a:gd name="connsiteY0" fmla="*/ 0 h 6105105"/>
              <a:gd name="connsiteX1" fmla="*/ 2958372 w 2958372"/>
              <a:gd name="connsiteY1" fmla="*/ 0 h 6105105"/>
              <a:gd name="connsiteX2" fmla="*/ 2958372 w 2958372"/>
              <a:gd name="connsiteY2" fmla="*/ 6105105 h 6105105"/>
              <a:gd name="connsiteX3" fmla="*/ 0 w 2958372"/>
              <a:gd name="connsiteY3" fmla="*/ 6105105 h 610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8372" h="6105105">
                <a:moveTo>
                  <a:pt x="0" y="0"/>
                </a:moveTo>
                <a:lnTo>
                  <a:pt x="2958372" y="0"/>
                </a:lnTo>
                <a:lnTo>
                  <a:pt x="2958372" y="6105105"/>
                </a:lnTo>
                <a:lnTo>
                  <a:pt x="0" y="6105105"/>
                </a:lnTo>
                <a:close/>
              </a:path>
            </a:pathLst>
          </a:cu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8CD520B-B465-7A6D-37C4-8A060446902D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4684B3-A8D3-6A9A-C264-95DFAD1C3FCE}"/>
              </a:ext>
            </a:extLst>
          </p:cNvPr>
          <p:cNvSpPr/>
          <p:nvPr/>
        </p:nvSpPr>
        <p:spPr>
          <a:xfrm>
            <a:off x="9300014" y="263397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221992"/>
            <a:ext cx="828446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1E68FE-16F1-5C98-AEF6-0EAB9EA632CA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8727F01E-45EF-F70F-2A04-1EA69A2463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C388A650-32E8-11EC-26EE-D260D1953D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3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raphic 76">
            <a:extLst>
              <a:ext uri="{FF2B5EF4-FFF2-40B4-BE49-F238E27FC236}">
                <a16:creationId xmlns:a16="http://schemas.microsoft.com/office/drawing/2014/main" id="{527CC80A-3410-5824-B06B-C4176A6BF4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145" t="-169" r="45423" b="28675"/>
          <a:stretch/>
        </p:blipFill>
        <p:spPr>
          <a:xfrm>
            <a:off x="-1" y="3467101"/>
            <a:ext cx="12192001" cy="3390899"/>
          </a:xfrm>
          <a:custGeom>
            <a:avLst/>
            <a:gdLst>
              <a:gd name="connsiteX0" fmla="*/ 0 w 12192001"/>
              <a:gd name="connsiteY0" fmla="*/ 0 h 3390899"/>
              <a:gd name="connsiteX1" fmla="*/ 12192001 w 12192001"/>
              <a:gd name="connsiteY1" fmla="*/ 0 h 3390899"/>
              <a:gd name="connsiteX2" fmla="*/ 12192001 w 12192001"/>
              <a:gd name="connsiteY2" fmla="*/ 2324100 h 3390899"/>
              <a:gd name="connsiteX3" fmla="*/ 12192001 w 12192001"/>
              <a:gd name="connsiteY3" fmla="*/ 3390899 h 3390899"/>
              <a:gd name="connsiteX4" fmla="*/ 0 w 12192001"/>
              <a:gd name="connsiteY4" fmla="*/ 3390899 h 3390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3390899">
                <a:moveTo>
                  <a:pt x="0" y="0"/>
                </a:moveTo>
                <a:lnTo>
                  <a:pt x="12192001" y="0"/>
                </a:lnTo>
                <a:lnTo>
                  <a:pt x="12192001" y="2324100"/>
                </a:lnTo>
                <a:lnTo>
                  <a:pt x="12192001" y="3390899"/>
                </a:lnTo>
                <a:lnTo>
                  <a:pt x="0" y="3390899"/>
                </a:lnTo>
                <a:close/>
              </a:path>
            </a:pathLst>
          </a:custGeom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CB607447-86F1-863F-176B-E0B78D24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16152"/>
            <a:ext cx="8951976" cy="3191256"/>
          </a:xfrm>
        </p:spPr>
        <p:txBody>
          <a:bodyPr anchor="t">
            <a:noAutofit/>
          </a:bodyPr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7" name="Graphic 12">
            <a:extLst>
              <a:ext uri="{FF2B5EF4-FFF2-40B4-BE49-F238E27FC236}">
                <a16:creationId xmlns:a16="http://schemas.microsoft.com/office/drawing/2014/main" id="{E5105AB7-2E65-757B-FF2B-CFE19C5C87B7}"/>
              </a:ext>
            </a:extLst>
          </p:cNvPr>
          <p:cNvSpPr/>
          <p:nvPr userDrawn="1"/>
        </p:nvSpPr>
        <p:spPr>
          <a:xfrm rot="5400000" flipV="1">
            <a:off x="863486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ECA42036-662E-03F7-941F-EDA42BEA5EDE}"/>
              </a:ext>
            </a:extLst>
          </p:cNvPr>
          <p:cNvSpPr/>
          <p:nvPr userDrawn="1"/>
        </p:nvSpPr>
        <p:spPr>
          <a:xfrm rot="5400000" flipV="1">
            <a:off x="791350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 47">
            <a:extLst>
              <a:ext uri="{FF2B5EF4-FFF2-40B4-BE49-F238E27FC236}">
                <a16:creationId xmlns:a16="http://schemas.microsoft.com/office/drawing/2014/main" id="{B90A79D3-C4F3-1056-F590-BFED7F28BC72}"/>
              </a:ext>
            </a:extLst>
          </p:cNvPr>
          <p:cNvSpPr/>
          <p:nvPr/>
        </p:nvSpPr>
        <p:spPr>
          <a:xfrm>
            <a:off x="685799" y="5342013"/>
            <a:ext cx="2157098" cy="1515987"/>
          </a:xfrm>
          <a:custGeom>
            <a:avLst/>
            <a:gdLst>
              <a:gd name="connsiteX0" fmla="*/ 1078549 w 2157098"/>
              <a:gd name="connsiteY0" fmla="*/ 0 h 1515987"/>
              <a:gd name="connsiteX1" fmla="*/ 2157098 w 2157098"/>
              <a:gd name="connsiteY1" fmla="*/ 1078549 h 1515987"/>
              <a:gd name="connsiteX2" fmla="*/ 2072340 w 2157098"/>
              <a:gd name="connsiteY2" fmla="*/ 1498369 h 1515987"/>
              <a:gd name="connsiteX3" fmla="*/ 2062778 w 2157098"/>
              <a:gd name="connsiteY3" fmla="*/ 1515987 h 1515987"/>
              <a:gd name="connsiteX4" fmla="*/ 94321 w 2157098"/>
              <a:gd name="connsiteY4" fmla="*/ 1515987 h 1515987"/>
              <a:gd name="connsiteX5" fmla="*/ 84758 w 2157098"/>
              <a:gd name="connsiteY5" fmla="*/ 1498369 h 1515987"/>
              <a:gd name="connsiteX6" fmla="*/ 0 w 2157098"/>
              <a:gd name="connsiteY6" fmla="*/ 1078549 h 1515987"/>
              <a:gd name="connsiteX7" fmla="*/ 1078549 w 2157098"/>
              <a:gd name="connsiteY7" fmla="*/ 0 h 15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515987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0" y="1498369"/>
                </a:cubicBezTo>
                <a:lnTo>
                  <a:pt x="2062778" y="1515987"/>
                </a:lnTo>
                <a:lnTo>
                  <a:pt x="94321" y="1515987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FFE4B3-23C8-22B1-E231-C5753166B687}"/>
              </a:ext>
            </a:extLst>
          </p:cNvPr>
          <p:cNvSpPr/>
          <p:nvPr/>
        </p:nvSpPr>
        <p:spPr>
          <a:xfrm>
            <a:off x="10905848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1144"/>
            <a:ext cx="6510528" cy="36576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6D8E3E3-8A4C-591F-3DAB-1D6E46AA4DB9}"/>
              </a:ext>
            </a:extLst>
          </p:cNvPr>
          <p:cNvSpPr/>
          <p:nvPr userDrawn="1"/>
        </p:nvSpPr>
        <p:spPr>
          <a:xfrm>
            <a:off x="11626517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6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EA91DE6-3A10-8EDA-34AB-D931B1792C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8116"/>
          <a:stretch>
            <a:fillRect/>
          </a:stretch>
        </p:blipFill>
        <p:spPr>
          <a:xfrm rot="5400000" flipH="1">
            <a:off x="9476084" y="1778851"/>
            <a:ext cx="4393983" cy="773351"/>
          </a:xfrm>
          <a:custGeom>
            <a:avLst/>
            <a:gdLst>
              <a:gd name="connsiteX0" fmla="*/ 4393983 w 4393983"/>
              <a:gd name="connsiteY0" fmla="*/ 773351 h 773351"/>
              <a:gd name="connsiteX1" fmla="*/ 4393983 w 4393983"/>
              <a:gd name="connsiteY1" fmla="*/ 0 h 773351"/>
              <a:gd name="connsiteX2" fmla="*/ 0 w 4393983"/>
              <a:gd name="connsiteY2" fmla="*/ 0 h 773351"/>
              <a:gd name="connsiteX3" fmla="*/ 0 w 4393983"/>
              <a:gd name="connsiteY3" fmla="*/ 773351 h 77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3983" h="773351">
                <a:moveTo>
                  <a:pt x="4393983" y="773351"/>
                </a:moveTo>
                <a:lnTo>
                  <a:pt x="4393983" y="0"/>
                </a:lnTo>
                <a:lnTo>
                  <a:pt x="0" y="0"/>
                </a:lnTo>
                <a:lnTo>
                  <a:pt x="0" y="773351"/>
                </a:lnTo>
                <a:close/>
              </a:path>
            </a:pathLst>
          </a:cu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3A3CEC7E-9097-B8E8-85C0-CDDB2AE614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0956"/>
          <a:stretch>
            <a:fillRect/>
          </a:stretch>
        </p:blipFill>
        <p:spPr>
          <a:xfrm>
            <a:off x="6471911" y="2707661"/>
            <a:ext cx="5744279" cy="766881"/>
          </a:xfrm>
          <a:custGeom>
            <a:avLst/>
            <a:gdLst>
              <a:gd name="connsiteX0" fmla="*/ 0 w 5744279"/>
              <a:gd name="connsiteY0" fmla="*/ 0 h 766881"/>
              <a:gd name="connsiteX1" fmla="*/ 5744279 w 5744279"/>
              <a:gd name="connsiteY1" fmla="*/ 0 h 766881"/>
              <a:gd name="connsiteX2" fmla="*/ 5744279 w 5744279"/>
              <a:gd name="connsiteY2" fmla="*/ 766881 h 766881"/>
              <a:gd name="connsiteX3" fmla="*/ 0 w 5744279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4279" h="766881">
                <a:moveTo>
                  <a:pt x="0" y="0"/>
                </a:moveTo>
                <a:lnTo>
                  <a:pt x="5744279" y="0"/>
                </a:lnTo>
                <a:lnTo>
                  <a:pt x="5744279" y="766881"/>
                </a:lnTo>
                <a:lnTo>
                  <a:pt x="0" y="766881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6DCF26E-2BB7-CA60-73C4-CC02E6B54E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5255"/>
          <a:stretch>
            <a:fillRect/>
          </a:stretch>
        </p:blipFill>
        <p:spPr>
          <a:xfrm>
            <a:off x="-50829" y="2707661"/>
            <a:ext cx="5240777" cy="766881"/>
          </a:xfrm>
          <a:custGeom>
            <a:avLst/>
            <a:gdLst>
              <a:gd name="connsiteX0" fmla="*/ 0 w 5240777"/>
              <a:gd name="connsiteY0" fmla="*/ 0 h 766881"/>
              <a:gd name="connsiteX1" fmla="*/ 5240777 w 5240777"/>
              <a:gd name="connsiteY1" fmla="*/ 0 h 766881"/>
              <a:gd name="connsiteX2" fmla="*/ 5240777 w 5240777"/>
              <a:gd name="connsiteY2" fmla="*/ 766881 h 766881"/>
              <a:gd name="connsiteX3" fmla="*/ 0 w 5240777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0777" h="766881">
                <a:moveTo>
                  <a:pt x="0" y="0"/>
                </a:moveTo>
                <a:lnTo>
                  <a:pt x="5240777" y="0"/>
                </a:lnTo>
                <a:lnTo>
                  <a:pt x="5240777" y="766881"/>
                </a:lnTo>
                <a:lnTo>
                  <a:pt x="0" y="766881"/>
                </a:lnTo>
                <a:close/>
              </a:path>
            </a:pathLst>
          </a:cu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70074BFB-1FF4-E27D-E273-B30A1A926B24}"/>
              </a:ext>
            </a:extLst>
          </p:cNvPr>
          <p:cNvSpPr/>
          <p:nvPr userDrawn="1"/>
        </p:nvSpPr>
        <p:spPr>
          <a:xfrm>
            <a:off x="4032611" y="2039801"/>
            <a:ext cx="1989036" cy="1989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14380A-B062-A581-202E-A9250F901047}"/>
              </a:ext>
            </a:extLst>
          </p:cNvPr>
          <p:cNvSpPr/>
          <p:nvPr userDrawn="1"/>
        </p:nvSpPr>
        <p:spPr>
          <a:xfrm>
            <a:off x="6170354" y="2039801"/>
            <a:ext cx="1989036" cy="1989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440E0-AFFD-74CD-6BF4-1208AAECF546}"/>
              </a:ext>
            </a:extLst>
          </p:cNvPr>
          <p:cNvSpPr/>
          <p:nvPr userDrawn="1"/>
        </p:nvSpPr>
        <p:spPr>
          <a:xfrm>
            <a:off x="6170354" y="4362518"/>
            <a:ext cx="1989036" cy="1989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F24E9A-60F5-6DAB-FE7A-37F79F6F9AA9}"/>
              </a:ext>
            </a:extLst>
          </p:cNvPr>
          <p:cNvSpPr/>
          <p:nvPr userDrawn="1"/>
        </p:nvSpPr>
        <p:spPr>
          <a:xfrm>
            <a:off x="4032612" y="4362518"/>
            <a:ext cx="1989036" cy="1989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4234E63-55EE-8BC8-D5B8-C9346AA39037}"/>
              </a:ext>
            </a:extLst>
          </p:cNvPr>
          <p:cNvSpPr/>
          <p:nvPr userDrawn="1"/>
        </p:nvSpPr>
        <p:spPr>
          <a:xfrm>
            <a:off x="624057" y="4000974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9F752DEF-757A-19B9-7805-B7A70E94C5F2}"/>
              </a:ext>
            </a:extLst>
          </p:cNvPr>
          <p:cNvSpPr/>
          <p:nvPr userDrawn="1"/>
        </p:nvSpPr>
        <p:spPr>
          <a:xfrm flipH="1">
            <a:off x="544607" y="2735191"/>
            <a:ext cx="80439" cy="1697503"/>
          </a:xfrm>
          <a:custGeom>
            <a:avLst/>
            <a:gdLst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5838044 w 5838044"/>
              <a:gd name="connsiteY3" fmla="*/ 7382204 h 7382204"/>
              <a:gd name="connsiteX4" fmla="*/ 0 w 5838044"/>
              <a:gd name="connsiteY4" fmla="*/ 7382204 h 7382204"/>
              <a:gd name="connsiteX5" fmla="*/ 0 w 5838044"/>
              <a:gd name="connsiteY5" fmla="*/ 973027 h 7382204"/>
              <a:gd name="connsiteX6" fmla="*/ 973027 w 5838044"/>
              <a:gd name="connsiteY6" fmla="*/ 0 h 7382204"/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0 w 5838044"/>
              <a:gd name="connsiteY3" fmla="*/ 7382204 h 7382204"/>
              <a:gd name="connsiteX4" fmla="*/ 0 w 5838044"/>
              <a:gd name="connsiteY4" fmla="*/ 973027 h 7382204"/>
              <a:gd name="connsiteX5" fmla="*/ 973027 w 5838044"/>
              <a:gd name="connsiteY5" fmla="*/ 0 h 7382204"/>
              <a:gd name="connsiteX0" fmla="*/ 5838044 w 5929484"/>
              <a:gd name="connsiteY0" fmla="*/ 973027 h 7382204"/>
              <a:gd name="connsiteX1" fmla="*/ 0 w 5929484"/>
              <a:gd name="connsiteY1" fmla="*/ 7382204 h 7382204"/>
              <a:gd name="connsiteX2" fmla="*/ 0 w 5929484"/>
              <a:gd name="connsiteY2" fmla="*/ 973027 h 7382204"/>
              <a:gd name="connsiteX3" fmla="*/ 973027 w 5929484"/>
              <a:gd name="connsiteY3" fmla="*/ 0 h 7382204"/>
              <a:gd name="connsiteX4" fmla="*/ 4865018 w 5929484"/>
              <a:gd name="connsiteY4" fmla="*/ 0 h 7382204"/>
              <a:gd name="connsiteX5" fmla="*/ 5929484 w 5929484"/>
              <a:gd name="connsiteY5" fmla="*/ 1064467 h 7382204"/>
              <a:gd name="connsiteX0" fmla="*/ 5838044 w 5996391"/>
              <a:gd name="connsiteY0" fmla="*/ 973027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5771136 w 5996391"/>
              <a:gd name="connsiteY0" fmla="*/ 4764441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0 w 5996391"/>
              <a:gd name="connsiteY0" fmla="*/ 7382204 h 7382204"/>
              <a:gd name="connsiteX1" fmla="*/ 0 w 5996391"/>
              <a:gd name="connsiteY1" fmla="*/ 973027 h 7382204"/>
              <a:gd name="connsiteX2" fmla="*/ 973027 w 5996391"/>
              <a:gd name="connsiteY2" fmla="*/ 0 h 7382204"/>
              <a:gd name="connsiteX3" fmla="*/ 4865018 w 5996391"/>
              <a:gd name="connsiteY3" fmla="*/ 0 h 7382204"/>
              <a:gd name="connsiteX4" fmla="*/ 5996391 w 5996391"/>
              <a:gd name="connsiteY4" fmla="*/ 819140 h 7382204"/>
              <a:gd name="connsiteX0" fmla="*/ 0 w 4865018"/>
              <a:gd name="connsiteY0" fmla="*/ 7382204 h 7382204"/>
              <a:gd name="connsiteX1" fmla="*/ 0 w 4865018"/>
              <a:gd name="connsiteY1" fmla="*/ 973027 h 7382204"/>
              <a:gd name="connsiteX2" fmla="*/ 973027 w 4865018"/>
              <a:gd name="connsiteY2" fmla="*/ 0 h 7382204"/>
              <a:gd name="connsiteX3" fmla="*/ 4865018 w 4865018"/>
              <a:gd name="connsiteY3" fmla="*/ 0 h 7382204"/>
              <a:gd name="connsiteX0" fmla="*/ 0 w 973027"/>
              <a:gd name="connsiteY0" fmla="*/ 7382204 h 7382204"/>
              <a:gd name="connsiteX1" fmla="*/ 0 w 973027"/>
              <a:gd name="connsiteY1" fmla="*/ 973027 h 7382204"/>
              <a:gd name="connsiteX2" fmla="*/ 973027 w 973027"/>
              <a:gd name="connsiteY2" fmla="*/ 0 h 7382204"/>
              <a:gd name="connsiteX0" fmla="*/ 0 w 0"/>
              <a:gd name="connsiteY0" fmla="*/ 6409177 h 6409177"/>
              <a:gd name="connsiteX1" fmla="*/ 0 w 0"/>
              <a:gd name="connsiteY1" fmla="*/ 0 h 640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409177">
                <a:moveTo>
                  <a:pt x="0" y="6409177"/>
                </a:move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 20">
            <a:extLst>
              <a:ext uri="{FF2B5EF4-FFF2-40B4-BE49-F238E27FC236}">
                <a16:creationId xmlns:a16="http://schemas.microsoft.com/office/drawing/2014/main" id="{6010C008-0418-12FF-A80A-05ECF85F5EB6}"/>
              </a:ext>
            </a:extLst>
          </p:cNvPr>
          <p:cNvSpPr/>
          <p:nvPr userDrawn="1"/>
        </p:nvSpPr>
        <p:spPr>
          <a:xfrm flipH="1">
            <a:off x="7620566" y="3973595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9EEBCDC-BA3F-5868-75D6-7EB2B87115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9986"/>
          <a:stretch>
            <a:fillRect/>
          </a:stretch>
        </p:blipFill>
        <p:spPr>
          <a:xfrm>
            <a:off x="0" y="1420643"/>
            <a:ext cx="1014082" cy="1648983"/>
          </a:xfrm>
          <a:custGeom>
            <a:avLst/>
            <a:gdLst>
              <a:gd name="connsiteX0" fmla="*/ 0 w 1014082"/>
              <a:gd name="connsiteY0" fmla="*/ 0 h 1648983"/>
              <a:gd name="connsiteX1" fmla="*/ 1014082 w 1014082"/>
              <a:gd name="connsiteY1" fmla="*/ 0 h 1648983"/>
              <a:gd name="connsiteX2" fmla="*/ 1014082 w 1014082"/>
              <a:gd name="connsiteY2" fmla="*/ 1648983 h 1648983"/>
              <a:gd name="connsiteX3" fmla="*/ 0 w 1014082"/>
              <a:gd name="connsiteY3" fmla="*/ 1648983 h 164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082" h="1648983">
                <a:moveTo>
                  <a:pt x="0" y="0"/>
                </a:moveTo>
                <a:lnTo>
                  <a:pt x="1014082" y="0"/>
                </a:lnTo>
                <a:lnTo>
                  <a:pt x="1014082" y="1648983"/>
                </a:lnTo>
                <a:lnTo>
                  <a:pt x="0" y="1648983"/>
                </a:lnTo>
                <a:close/>
              </a:path>
            </a:pathLst>
          </a:cu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203" y="2337393"/>
            <a:ext cx="1389888" cy="13898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9928" y="2339375"/>
            <a:ext cx="1389888" cy="13898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26514" y="506487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1823" y="5032014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6515" y="279526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71823" y="2794678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143" y="3085049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067" y="3086146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32186" y="4662092"/>
            <a:ext cx="1389888" cy="1389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69928" y="4662092"/>
            <a:ext cx="1389888" cy="13898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732" y="5337865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07814" y="5335932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414FD-C705-79D9-78A9-63DB36DC2A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D574B-2DC0-07BF-5573-0917979F78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8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5B61940-E61B-59FA-753F-E3122D288C5B}"/>
              </a:ext>
            </a:extLst>
          </p:cNvPr>
          <p:cNvSpPr/>
          <p:nvPr userDrawn="1"/>
        </p:nvSpPr>
        <p:spPr>
          <a:xfrm>
            <a:off x="1314365" y="1922787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8AA701-7A67-C49D-4314-407AF753DDE7}"/>
              </a:ext>
            </a:extLst>
          </p:cNvPr>
          <p:cNvSpPr/>
          <p:nvPr userDrawn="1"/>
        </p:nvSpPr>
        <p:spPr>
          <a:xfrm>
            <a:off x="3895640" y="1922787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C8E6E4-F551-385C-FB82-E0DC1F41683A}"/>
              </a:ext>
            </a:extLst>
          </p:cNvPr>
          <p:cNvSpPr/>
          <p:nvPr userDrawn="1"/>
        </p:nvSpPr>
        <p:spPr>
          <a:xfrm>
            <a:off x="6476915" y="1922787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9C42C5-603C-FCCB-D730-0AD61CFA4CC2}"/>
              </a:ext>
            </a:extLst>
          </p:cNvPr>
          <p:cNvSpPr/>
          <p:nvPr userDrawn="1"/>
        </p:nvSpPr>
        <p:spPr>
          <a:xfrm>
            <a:off x="9058190" y="1922787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524893" y="2133315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106168" y="2133315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5332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31936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74720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696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4720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687443" y="2133315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268718" y="2133315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1936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332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CCB2D5-E906-485E-2E26-F407AF7990EE}"/>
              </a:ext>
            </a:extLst>
          </p:cNvPr>
          <p:cNvSpPr/>
          <p:nvPr userDrawn="1"/>
        </p:nvSpPr>
        <p:spPr>
          <a:xfrm>
            <a:off x="1314365" y="4348233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8273C2-3AD4-6120-E47A-26DB07BBD95D}"/>
              </a:ext>
            </a:extLst>
          </p:cNvPr>
          <p:cNvSpPr/>
          <p:nvPr userDrawn="1"/>
        </p:nvSpPr>
        <p:spPr>
          <a:xfrm>
            <a:off x="3895640" y="4348233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F43D3C-5856-8C0F-0F96-72BD06ABE36F}"/>
              </a:ext>
            </a:extLst>
          </p:cNvPr>
          <p:cNvSpPr/>
          <p:nvPr userDrawn="1"/>
        </p:nvSpPr>
        <p:spPr>
          <a:xfrm>
            <a:off x="6476915" y="4348233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85EECC-2E1F-A706-B285-3F50DE4E325D}"/>
              </a:ext>
            </a:extLst>
          </p:cNvPr>
          <p:cNvSpPr/>
          <p:nvPr userDrawn="1"/>
        </p:nvSpPr>
        <p:spPr>
          <a:xfrm>
            <a:off x="9058190" y="4348233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31" name="Picture Placeholder 42">
            <a:extLst>
              <a:ext uri="{FF2B5EF4-FFF2-40B4-BE49-F238E27FC236}">
                <a16:creationId xmlns:a16="http://schemas.microsoft.com/office/drawing/2014/main" id="{68BB68C2-C6BF-C6F9-8006-0D20E4119CD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24893" y="4558761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42">
            <a:extLst>
              <a:ext uri="{FF2B5EF4-FFF2-40B4-BE49-F238E27FC236}">
                <a16:creationId xmlns:a16="http://schemas.microsoft.com/office/drawing/2014/main" id="{7ED2CB41-D537-2DB4-7393-38B54A68A24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106168" y="4558761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47">
            <a:extLst>
              <a:ext uri="{FF2B5EF4-FFF2-40B4-BE49-F238E27FC236}">
                <a16:creationId xmlns:a16="http://schemas.microsoft.com/office/drawing/2014/main" id="{BBFB738A-B417-1ECD-CD63-3482F41BC5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5332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7">
            <a:extLst>
              <a:ext uri="{FF2B5EF4-FFF2-40B4-BE49-F238E27FC236}">
                <a16:creationId xmlns:a16="http://schemas.microsoft.com/office/drawing/2014/main" id="{2D5357B5-C3E2-7F93-1D38-5A371EEEF5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631936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7">
            <a:extLst>
              <a:ext uri="{FF2B5EF4-FFF2-40B4-BE49-F238E27FC236}">
                <a16:creationId xmlns:a16="http://schemas.microsoft.com/office/drawing/2014/main" id="{F3A2EC5D-9943-7E84-56FB-B58A67C055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696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7">
            <a:extLst>
              <a:ext uri="{FF2B5EF4-FFF2-40B4-BE49-F238E27FC236}">
                <a16:creationId xmlns:a16="http://schemas.microsoft.com/office/drawing/2014/main" id="{DE78D7B0-18B2-66C2-EA4E-90629F60BF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74720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7">
            <a:extLst>
              <a:ext uri="{FF2B5EF4-FFF2-40B4-BE49-F238E27FC236}">
                <a16:creationId xmlns:a16="http://schemas.microsoft.com/office/drawing/2014/main" id="{A171817E-40B4-8D03-2F00-07A0200AB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696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7">
            <a:extLst>
              <a:ext uri="{FF2B5EF4-FFF2-40B4-BE49-F238E27FC236}">
                <a16:creationId xmlns:a16="http://schemas.microsoft.com/office/drawing/2014/main" id="{7CB4D57A-D57F-A9A7-E242-62A0EFB903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74720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42">
            <a:extLst>
              <a:ext uri="{FF2B5EF4-FFF2-40B4-BE49-F238E27FC236}">
                <a16:creationId xmlns:a16="http://schemas.microsoft.com/office/drawing/2014/main" id="{CABD2581-C1DD-BCD8-B303-D442E2826A57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687443" y="4558761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42">
            <a:extLst>
              <a:ext uri="{FF2B5EF4-FFF2-40B4-BE49-F238E27FC236}">
                <a16:creationId xmlns:a16="http://schemas.microsoft.com/office/drawing/2014/main" id="{69C46305-033A-D1D0-006B-CA534D17121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9268718" y="4558761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47">
            <a:extLst>
              <a:ext uri="{FF2B5EF4-FFF2-40B4-BE49-F238E27FC236}">
                <a16:creationId xmlns:a16="http://schemas.microsoft.com/office/drawing/2014/main" id="{8A2F0738-422D-8670-FFDD-4DD9CC8579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31936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7">
            <a:extLst>
              <a:ext uri="{FF2B5EF4-FFF2-40B4-BE49-F238E27FC236}">
                <a16:creationId xmlns:a16="http://schemas.microsoft.com/office/drawing/2014/main" id="{83236D35-4927-EB6F-1700-660A079033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5332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9D1D0-8763-3145-447C-B59E4A8FC6E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32" y="1825625"/>
            <a:ext cx="886053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6D563D3-0A67-7027-7E6A-4A1CC1EFC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53299D-623D-C544-F0BB-1CFBDADB60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DFB546-9FE5-4620-5D33-4097901B71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7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EF658BC-1431-0DE4-1239-31743042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763BC-4E08-292A-DD60-96BE96D0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0985-1AA1-7560-41A6-84310DD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E0AF6-58A8-48DB-1F46-476F080F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C9D58-970F-C9CA-292B-CD8C17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2D850-95FE-4444-3630-18B4E285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93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68D4647-BE09-FD84-9BD2-6303C6683A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55064" y="2926080"/>
            <a:ext cx="1801368" cy="502920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AB9EB1AC-FF5A-36FF-E4EC-C3F6EDF04B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95928" y="2926080"/>
            <a:ext cx="1801368" cy="502920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919FA078-A6CC-4C6E-BB4E-70AA4ECA80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45936" y="2926080"/>
            <a:ext cx="1801368" cy="502920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B0730A45-AC46-DF6D-F56B-76A8149091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95944" y="2926080"/>
            <a:ext cx="1987296" cy="50292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5409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F862698-31B6-3C3C-7B04-A5AB0665994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2237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MMM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2F0E6AE-7B40-CC7A-BAB7-B5963027CE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163824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MMM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19DE03C-9C3C-ED9E-7938-68DC5959196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596128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MMM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D15E2928-BFA0-AA75-6EC4-69EFDD61554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028432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MMM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1000C26-BF38-857C-8EB7-C84E442562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46073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MMM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A3AFB34-A509-98A0-B6AB-3BC35F16DD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4688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B4CAD471-FB12-ACCA-9D4A-E01322DC61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8704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B7FF2DDC-689F-CE60-97C8-8575DBB2C0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69296" y="4041648"/>
            <a:ext cx="156362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A2666B74-0A69-6162-5AD3-4561A8EE551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8FC7A6E-EB75-1109-AB97-8091F2C9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3882992B-56C1-1B1D-6308-47369A0DF03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24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9F44A91D-CC57-69D8-3CC1-3538FCB6BB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7662" b="48541"/>
          <a:stretch>
            <a:fillRect/>
          </a:stretch>
        </p:blipFill>
        <p:spPr>
          <a:xfrm flipV="1">
            <a:off x="10376194" y="1"/>
            <a:ext cx="1815806" cy="3829511"/>
          </a:xfrm>
          <a:custGeom>
            <a:avLst/>
            <a:gdLst>
              <a:gd name="connsiteX0" fmla="*/ 0 w 1815806"/>
              <a:gd name="connsiteY0" fmla="*/ 3829511 h 3829511"/>
              <a:gd name="connsiteX1" fmla="*/ 1815806 w 1815806"/>
              <a:gd name="connsiteY1" fmla="*/ 3829511 h 3829511"/>
              <a:gd name="connsiteX2" fmla="*/ 1815806 w 1815806"/>
              <a:gd name="connsiteY2" fmla="*/ 0 h 3829511"/>
              <a:gd name="connsiteX3" fmla="*/ 0 w 1815806"/>
              <a:gd name="connsiteY3" fmla="*/ 0 h 3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806" h="3829511">
                <a:moveTo>
                  <a:pt x="0" y="3829511"/>
                </a:moveTo>
                <a:lnTo>
                  <a:pt x="1815806" y="3829511"/>
                </a:lnTo>
                <a:lnTo>
                  <a:pt x="181580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AB0AC87-A4CD-F667-74B2-52047C1E6F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5638" b="45150"/>
          <a:stretch>
            <a:fillRect/>
          </a:stretch>
        </p:blipFill>
        <p:spPr>
          <a:xfrm flipV="1">
            <a:off x="10887888" y="1"/>
            <a:ext cx="1304112" cy="3289795"/>
          </a:xfrm>
          <a:custGeom>
            <a:avLst/>
            <a:gdLst>
              <a:gd name="connsiteX0" fmla="*/ 0 w 1304112"/>
              <a:gd name="connsiteY0" fmla="*/ 3289795 h 3289795"/>
              <a:gd name="connsiteX1" fmla="*/ 1304112 w 1304112"/>
              <a:gd name="connsiteY1" fmla="*/ 3289795 h 3289795"/>
              <a:gd name="connsiteX2" fmla="*/ 1304112 w 1304112"/>
              <a:gd name="connsiteY2" fmla="*/ 0 h 3289795"/>
              <a:gd name="connsiteX3" fmla="*/ 0 w 1304112"/>
              <a:gd name="connsiteY3" fmla="*/ 0 h 32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112" h="3289795">
                <a:moveTo>
                  <a:pt x="0" y="3289795"/>
                </a:moveTo>
                <a:lnTo>
                  <a:pt x="1304112" y="3289795"/>
                </a:lnTo>
                <a:lnTo>
                  <a:pt x="130411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55">
            <a:extLst>
              <a:ext uri="{FF2B5EF4-FFF2-40B4-BE49-F238E27FC236}">
                <a16:creationId xmlns:a16="http://schemas.microsoft.com/office/drawing/2014/main" id="{5DF0CA69-CF45-9850-4F85-B4C3BF2141B4}"/>
              </a:ext>
            </a:extLst>
          </p:cNvPr>
          <p:cNvSpPr/>
          <p:nvPr userDrawn="1"/>
        </p:nvSpPr>
        <p:spPr>
          <a:xfrm>
            <a:off x="-7736" y="6082871"/>
            <a:ext cx="12199737" cy="493110"/>
          </a:xfrm>
          <a:custGeom>
            <a:avLst/>
            <a:gdLst>
              <a:gd name="connsiteX0" fmla="*/ 25897 w 12199737"/>
              <a:gd name="connsiteY0" fmla="*/ 0 h 493110"/>
              <a:gd name="connsiteX1" fmla="*/ 12199737 w 12199737"/>
              <a:gd name="connsiteY1" fmla="*/ 0 h 493110"/>
              <a:gd name="connsiteX2" fmla="*/ 12199737 w 12199737"/>
              <a:gd name="connsiteY2" fmla="*/ 493110 h 493110"/>
              <a:gd name="connsiteX3" fmla="*/ 25897 w 12199737"/>
              <a:gd name="connsiteY3" fmla="*/ 493109 h 493110"/>
              <a:gd name="connsiteX4" fmla="*/ 0 w 12199737"/>
              <a:gd name="connsiteY4" fmla="*/ 490499 h 493110"/>
              <a:gd name="connsiteX5" fmla="*/ 0 w 12199737"/>
              <a:gd name="connsiteY5" fmla="*/ 2611 h 49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9737" h="493110">
                <a:moveTo>
                  <a:pt x="25897" y="0"/>
                </a:moveTo>
                <a:lnTo>
                  <a:pt x="12199737" y="0"/>
                </a:lnTo>
                <a:lnTo>
                  <a:pt x="12199737" y="493110"/>
                </a:lnTo>
                <a:lnTo>
                  <a:pt x="25897" y="493109"/>
                </a:lnTo>
                <a:lnTo>
                  <a:pt x="0" y="490499"/>
                </a:lnTo>
                <a:lnTo>
                  <a:pt x="0" y="26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E865D6-FFF0-8547-C225-4EA40D12981C}"/>
              </a:ext>
            </a:extLst>
          </p:cNvPr>
          <p:cNvSpPr/>
          <p:nvPr userDrawn="1"/>
        </p:nvSpPr>
        <p:spPr>
          <a:xfrm>
            <a:off x="10745496" y="271272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43A4F4-14CD-C1BC-076B-D3EC524E9072}"/>
              </a:ext>
            </a:extLst>
          </p:cNvPr>
          <p:cNvSpPr/>
          <p:nvPr userDrawn="1"/>
        </p:nvSpPr>
        <p:spPr>
          <a:xfrm>
            <a:off x="11336726" y="2288311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9C9BF2-FA96-FBA2-CC60-3024E983F26F}"/>
              </a:ext>
            </a:extLst>
          </p:cNvPr>
          <p:cNvSpPr/>
          <p:nvPr userDrawn="1"/>
        </p:nvSpPr>
        <p:spPr>
          <a:xfrm>
            <a:off x="825032" y="6142636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35040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0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12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9240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4920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38DCAB8-FF04-8225-502A-9415422E45E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165" t="86663"/>
          <a:stretch/>
        </p:blipFill>
        <p:spPr>
          <a:xfrm flipH="1" flipV="1">
            <a:off x="7732664" y="5943369"/>
            <a:ext cx="4459335" cy="914630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37B56B1-1773-120E-5DF7-ADC768615C86}"/>
              </a:ext>
            </a:extLst>
          </p:cNvPr>
          <p:cNvSpPr/>
          <p:nvPr userDrawn="1"/>
        </p:nvSpPr>
        <p:spPr>
          <a:xfrm>
            <a:off x="10012200" y="597794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A05B6D8-31AC-001B-57B4-132C0A9BED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51392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6DC4DB0-B5C2-72F4-A891-0281DDB80F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6792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535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raphic 22">
            <a:extLst>
              <a:ext uri="{FF2B5EF4-FFF2-40B4-BE49-F238E27FC236}">
                <a16:creationId xmlns:a16="http://schemas.microsoft.com/office/drawing/2014/main" id="{8508C9A2-89A3-8585-F561-54AF27E76C2E}"/>
              </a:ext>
            </a:extLst>
          </p:cNvPr>
          <p:cNvSpPr/>
          <p:nvPr/>
        </p:nvSpPr>
        <p:spPr>
          <a:xfrm>
            <a:off x="8963354" y="3545840"/>
            <a:ext cx="2556181" cy="2641600"/>
          </a:xfrm>
          <a:custGeom>
            <a:avLst/>
            <a:gdLst>
              <a:gd name="connsiteX0" fmla="*/ 11417928 w 11417635"/>
              <a:gd name="connsiteY0" fmla="*/ 16489276 h 17685280"/>
              <a:gd name="connsiteX1" fmla="*/ 10219543 w 11417635"/>
              <a:gd name="connsiteY1" fmla="*/ 17687536 h 17685280"/>
              <a:gd name="connsiteX2" fmla="*/ 1198684 w 11417635"/>
              <a:gd name="connsiteY2" fmla="*/ 17687536 h 17685280"/>
              <a:gd name="connsiteX3" fmla="*/ 293 w 11417635"/>
              <a:gd name="connsiteY3" fmla="*/ 16489276 h 17685280"/>
              <a:gd name="connsiteX4" fmla="*/ 293 w 11417635"/>
              <a:gd name="connsiteY4" fmla="*/ 1200514 h 17685280"/>
              <a:gd name="connsiteX5" fmla="*/ 1198684 w 11417635"/>
              <a:gd name="connsiteY5" fmla="*/ 2255 h 17685280"/>
              <a:gd name="connsiteX6" fmla="*/ 10219543 w 11417635"/>
              <a:gd name="connsiteY6" fmla="*/ 2255 h 17685280"/>
              <a:gd name="connsiteX7" fmla="*/ 11417928 w 11417635"/>
              <a:gd name="connsiteY7" fmla="*/ 1200514 h 17685280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7" fmla="*/ 10219250 w 11417635"/>
              <a:gd name="connsiteY7" fmla="*/ 14227 h 17699508"/>
              <a:gd name="connsiteX8" fmla="*/ 11417635 w 11417635"/>
              <a:gd name="connsiteY8" fmla="*/ 1212486 h 17699508"/>
              <a:gd name="connsiteX9" fmla="*/ 11417635 w 11417635"/>
              <a:gd name="connsiteY9" fmla="*/ 16501248 h 17699508"/>
              <a:gd name="connsiteX0" fmla="*/ 11417635 w 11509075"/>
              <a:gd name="connsiteY0" fmla="*/ 1212486 h 17699508"/>
              <a:gd name="connsiteX1" fmla="*/ 11417635 w 11509075"/>
              <a:gd name="connsiteY1" fmla="*/ 16501248 h 17699508"/>
              <a:gd name="connsiteX2" fmla="*/ 10219250 w 11509075"/>
              <a:gd name="connsiteY2" fmla="*/ 17699508 h 17699508"/>
              <a:gd name="connsiteX3" fmla="*/ 1198391 w 11509075"/>
              <a:gd name="connsiteY3" fmla="*/ 17699508 h 17699508"/>
              <a:gd name="connsiteX4" fmla="*/ 0 w 11509075"/>
              <a:gd name="connsiteY4" fmla="*/ 16501248 h 17699508"/>
              <a:gd name="connsiteX5" fmla="*/ 0 w 11509075"/>
              <a:gd name="connsiteY5" fmla="*/ 1212486 h 17699508"/>
              <a:gd name="connsiteX6" fmla="*/ 1198391 w 11509075"/>
              <a:gd name="connsiteY6" fmla="*/ 14227 h 17699508"/>
              <a:gd name="connsiteX7" fmla="*/ 3548686 w 11509075"/>
              <a:gd name="connsiteY7" fmla="*/ 0 h 17699508"/>
              <a:gd name="connsiteX8" fmla="*/ 10219250 w 11509075"/>
              <a:gd name="connsiteY8" fmla="*/ 14227 h 17699508"/>
              <a:gd name="connsiteX9" fmla="*/ 11509075 w 11509075"/>
              <a:gd name="connsiteY9" fmla="*/ 1303926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8" fmla="*/ 10219250 w 11417635"/>
              <a:gd name="connsiteY8" fmla="*/ 14227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002280 h 17699508"/>
              <a:gd name="connsiteX5" fmla="*/ 2235 w 11419870"/>
              <a:gd name="connsiteY5" fmla="*/ 1212486 h 17699508"/>
              <a:gd name="connsiteX6" fmla="*/ 1200626 w 11419870"/>
              <a:gd name="connsiteY6" fmla="*/ 14227 h 17699508"/>
              <a:gd name="connsiteX7" fmla="*/ 3550921 w 11419870"/>
              <a:gd name="connsiteY7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947160 h 17699508"/>
              <a:gd name="connsiteX5" fmla="*/ 0 w 11419870"/>
              <a:gd name="connsiteY5" fmla="*/ 3002280 h 17699508"/>
              <a:gd name="connsiteX6" fmla="*/ 2235 w 11419870"/>
              <a:gd name="connsiteY6" fmla="*/ 1212486 h 17699508"/>
              <a:gd name="connsiteX7" fmla="*/ 1200626 w 11419870"/>
              <a:gd name="connsiteY7" fmla="*/ 14227 h 17699508"/>
              <a:gd name="connsiteX8" fmla="*/ 3550921 w 11419870"/>
              <a:gd name="connsiteY8" fmla="*/ 0 h 17699508"/>
              <a:gd name="connsiteX0" fmla="*/ 10221485 w 10221485"/>
              <a:gd name="connsiteY0" fmla="*/ 17699508 h 17699508"/>
              <a:gd name="connsiteX1" fmla="*/ 1200626 w 10221485"/>
              <a:gd name="connsiteY1" fmla="*/ 17699508 h 17699508"/>
              <a:gd name="connsiteX2" fmla="*/ 2235 w 10221485"/>
              <a:gd name="connsiteY2" fmla="*/ 16501248 h 17699508"/>
              <a:gd name="connsiteX3" fmla="*/ 0 w 10221485"/>
              <a:gd name="connsiteY3" fmla="*/ 3947160 h 17699508"/>
              <a:gd name="connsiteX4" fmla="*/ 0 w 10221485"/>
              <a:gd name="connsiteY4" fmla="*/ 3002280 h 17699508"/>
              <a:gd name="connsiteX5" fmla="*/ 2235 w 10221485"/>
              <a:gd name="connsiteY5" fmla="*/ 1212486 h 17699508"/>
              <a:gd name="connsiteX6" fmla="*/ 1200626 w 10221485"/>
              <a:gd name="connsiteY6" fmla="*/ 14227 h 17699508"/>
              <a:gd name="connsiteX7" fmla="*/ 3550921 w 10221485"/>
              <a:gd name="connsiteY7" fmla="*/ 0 h 17699508"/>
              <a:gd name="connsiteX0" fmla="*/ 1200626 w 3550921"/>
              <a:gd name="connsiteY0" fmla="*/ 17699508 h 17699508"/>
              <a:gd name="connsiteX1" fmla="*/ 2235 w 3550921"/>
              <a:gd name="connsiteY1" fmla="*/ 16501248 h 17699508"/>
              <a:gd name="connsiteX2" fmla="*/ 0 w 3550921"/>
              <a:gd name="connsiteY2" fmla="*/ 3947160 h 17699508"/>
              <a:gd name="connsiteX3" fmla="*/ 0 w 3550921"/>
              <a:gd name="connsiteY3" fmla="*/ 3002280 h 17699508"/>
              <a:gd name="connsiteX4" fmla="*/ 2235 w 3550921"/>
              <a:gd name="connsiteY4" fmla="*/ 1212486 h 17699508"/>
              <a:gd name="connsiteX5" fmla="*/ 1200626 w 3550921"/>
              <a:gd name="connsiteY5" fmla="*/ 14227 h 17699508"/>
              <a:gd name="connsiteX6" fmla="*/ 3550921 w 3550921"/>
              <a:gd name="connsiteY6" fmla="*/ 0 h 17699508"/>
              <a:gd name="connsiteX0" fmla="*/ 2235 w 3550921"/>
              <a:gd name="connsiteY0" fmla="*/ 16501248 h 16501248"/>
              <a:gd name="connsiteX1" fmla="*/ 0 w 3550921"/>
              <a:gd name="connsiteY1" fmla="*/ 3947160 h 16501248"/>
              <a:gd name="connsiteX2" fmla="*/ 0 w 3550921"/>
              <a:gd name="connsiteY2" fmla="*/ 3002280 h 16501248"/>
              <a:gd name="connsiteX3" fmla="*/ 2235 w 3550921"/>
              <a:gd name="connsiteY3" fmla="*/ 1212486 h 16501248"/>
              <a:gd name="connsiteX4" fmla="*/ 1200626 w 3550921"/>
              <a:gd name="connsiteY4" fmla="*/ 14227 h 16501248"/>
              <a:gd name="connsiteX5" fmla="*/ 3550921 w 3550921"/>
              <a:gd name="connsiteY5" fmla="*/ 0 h 16501248"/>
              <a:gd name="connsiteX0" fmla="*/ 0 w 3550921"/>
              <a:gd name="connsiteY0" fmla="*/ 3947160 h 3947160"/>
              <a:gd name="connsiteX1" fmla="*/ 0 w 3550921"/>
              <a:gd name="connsiteY1" fmla="*/ 3002280 h 3947160"/>
              <a:gd name="connsiteX2" fmla="*/ 2235 w 3550921"/>
              <a:gd name="connsiteY2" fmla="*/ 1212486 h 3947160"/>
              <a:gd name="connsiteX3" fmla="*/ 1200626 w 3550921"/>
              <a:gd name="connsiteY3" fmla="*/ 14227 h 3947160"/>
              <a:gd name="connsiteX4" fmla="*/ 3550921 w 3550921"/>
              <a:gd name="connsiteY4" fmla="*/ 0 h 3947160"/>
              <a:gd name="connsiteX0" fmla="*/ 0 w 3550921"/>
              <a:gd name="connsiteY0" fmla="*/ 3002280 h 3002280"/>
              <a:gd name="connsiteX1" fmla="*/ 2235 w 3550921"/>
              <a:gd name="connsiteY1" fmla="*/ 1212486 h 3002280"/>
              <a:gd name="connsiteX2" fmla="*/ 1200626 w 3550921"/>
              <a:gd name="connsiteY2" fmla="*/ 14227 h 3002280"/>
              <a:gd name="connsiteX3" fmla="*/ 3550921 w 3550921"/>
              <a:gd name="connsiteY3" fmla="*/ 0 h 3002280"/>
              <a:gd name="connsiteX0" fmla="*/ 2845 w 3548686"/>
              <a:gd name="connsiteY0" fmla="*/ 2799080 h 2799080"/>
              <a:gd name="connsiteX1" fmla="*/ 0 w 3548686"/>
              <a:gd name="connsiteY1" fmla="*/ 1212486 h 2799080"/>
              <a:gd name="connsiteX2" fmla="*/ 1198391 w 3548686"/>
              <a:gd name="connsiteY2" fmla="*/ 14227 h 2799080"/>
              <a:gd name="connsiteX3" fmla="*/ 3548686 w 3548686"/>
              <a:gd name="connsiteY3" fmla="*/ 0 h 2799080"/>
              <a:gd name="connsiteX0" fmla="*/ 2845 w 3548686"/>
              <a:gd name="connsiteY0" fmla="*/ 2707640 h 2707640"/>
              <a:gd name="connsiteX1" fmla="*/ 0 w 3548686"/>
              <a:gd name="connsiteY1" fmla="*/ 1212486 h 2707640"/>
              <a:gd name="connsiteX2" fmla="*/ 1198391 w 3548686"/>
              <a:gd name="connsiteY2" fmla="*/ 14227 h 2707640"/>
              <a:gd name="connsiteX3" fmla="*/ 3548686 w 3548686"/>
              <a:gd name="connsiteY3" fmla="*/ 0 h 2707640"/>
              <a:gd name="connsiteX0" fmla="*/ 2845 w 3548686"/>
              <a:gd name="connsiteY0" fmla="*/ 2667000 h 2667000"/>
              <a:gd name="connsiteX1" fmla="*/ 0 w 3548686"/>
              <a:gd name="connsiteY1" fmla="*/ 1212486 h 2667000"/>
              <a:gd name="connsiteX2" fmla="*/ 1198391 w 3548686"/>
              <a:gd name="connsiteY2" fmla="*/ 14227 h 2667000"/>
              <a:gd name="connsiteX3" fmla="*/ 3548686 w 3548686"/>
              <a:gd name="connsiteY3" fmla="*/ 0 h 2667000"/>
              <a:gd name="connsiteX0" fmla="*/ 2845 w 3548686"/>
              <a:gd name="connsiteY0" fmla="*/ 2651760 h 2651760"/>
              <a:gd name="connsiteX1" fmla="*/ 0 w 3548686"/>
              <a:gd name="connsiteY1" fmla="*/ 1212486 h 2651760"/>
              <a:gd name="connsiteX2" fmla="*/ 1198391 w 3548686"/>
              <a:gd name="connsiteY2" fmla="*/ 14227 h 2651760"/>
              <a:gd name="connsiteX3" fmla="*/ 3548686 w 3548686"/>
              <a:gd name="connsiteY3" fmla="*/ 0 h 2651760"/>
              <a:gd name="connsiteX0" fmla="*/ 2845 w 3020366"/>
              <a:gd name="connsiteY0" fmla="*/ 2651760 h 2651760"/>
              <a:gd name="connsiteX1" fmla="*/ 0 w 3020366"/>
              <a:gd name="connsiteY1" fmla="*/ 1212486 h 2651760"/>
              <a:gd name="connsiteX2" fmla="*/ 1198391 w 3020366"/>
              <a:gd name="connsiteY2" fmla="*/ 14227 h 2651760"/>
              <a:gd name="connsiteX3" fmla="*/ 3020366 w 3020366"/>
              <a:gd name="connsiteY3" fmla="*/ 0 h 2651760"/>
              <a:gd name="connsiteX0" fmla="*/ 2845 w 2883206"/>
              <a:gd name="connsiteY0" fmla="*/ 2651760 h 2651760"/>
              <a:gd name="connsiteX1" fmla="*/ 0 w 2883206"/>
              <a:gd name="connsiteY1" fmla="*/ 1212486 h 2651760"/>
              <a:gd name="connsiteX2" fmla="*/ 1198391 w 2883206"/>
              <a:gd name="connsiteY2" fmla="*/ 14227 h 2651760"/>
              <a:gd name="connsiteX3" fmla="*/ 2883206 w 2883206"/>
              <a:gd name="connsiteY3" fmla="*/ 0 h 2651760"/>
              <a:gd name="connsiteX0" fmla="*/ 2845 w 2796846"/>
              <a:gd name="connsiteY0" fmla="*/ 2651760 h 2651760"/>
              <a:gd name="connsiteX1" fmla="*/ 0 w 2796846"/>
              <a:gd name="connsiteY1" fmla="*/ 1212486 h 2651760"/>
              <a:gd name="connsiteX2" fmla="*/ 1198391 w 2796846"/>
              <a:gd name="connsiteY2" fmla="*/ 14227 h 2651760"/>
              <a:gd name="connsiteX3" fmla="*/ 2796846 w 2796846"/>
              <a:gd name="connsiteY3" fmla="*/ 0 h 2651760"/>
              <a:gd name="connsiteX0" fmla="*/ 2845 w 2735886"/>
              <a:gd name="connsiteY0" fmla="*/ 2656840 h 2656840"/>
              <a:gd name="connsiteX1" fmla="*/ 0 w 2735886"/>
              <a:gd name="connsiteY1" fmla="*/ 1217566 h 2656840"/>
              <a:gd name="connsiteX2" fmla="*/ 1198391 w 2735886"/>
              <a:gd name="connsiteY2" fmla="*/ 19307 h 2656840"/>
              <a:gd name="connsiteX3" fmla="*/ 2735886 w 2735886"/>
              <a:gd name="connsiteY3" fmla="*/ 0 h 265684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44446"/>
              <a:gd name="connsiteY0" fmla="*/ 2651760 h 2651760"/>
              <a:gd name="connsiteX1" fmla="*/ 0 w 2644446"/>
              <a:gd name="connsiteY1" fmla="*/ 1212486 h 2651760"/>
              <a:gd name="connsiteX2" fmla="*/ 1198391 w 2644446"/>
              <a:gd name="connsiteY2" fmla="*/ 14227 h 2651760"/>
              <a:gd name="connsiteX3" fmla="*/ 2644446 w 2644446"/>
              <a:gd name="connsiteY3" fmla="*/ 0 h 2651760"/>
              <a:gd name="connsiteX0" fmla="*/ 2845 w 2608886"/>
              <a:gd name="connsiteY0" fmla="*/ 2651760 h 2651760"/>
              <a:gd name="connsiteX1" fmla="*/ 0 w 2608886"/>
              <a:gd name="connsiteY1" fmla="*/ 1212486 h 2651760"/>
              <a:gd name="connsiteX2" fmla="*/ 1198391 w 2608886"/>
              <a:gd name="connsiteY2" fmla="*/ 14227 h 2651760"/>
              <a:gd name="connsiteX3" fmla="*/ 2608886 w 2608886"/>
              <a:gd name="connsiteY3" fmla="*/ 0 h 2651760"/>
              <a:gd name="connsiteX0" fmla="*/ 2845 w 2598726"/>
              <a:gd name="connsiteY0" fmla="*/ 2646680 h 2646680"/>
              <a:gd name="connsiteX1" fmla="*/ 0 w 2598726"/>
              <a:gd name="connsiteY1" fmla="*/ 1207406 h 2646680"/>
              <a:gd name="connsiteX2" fmla="*/ 1198391 w 2598726"/>
              <a:gd name="connsiteY2" fmla="*/ 9147 h 2646680"/>
              <a:gd name="connsiteX3" fmla="*/ 2598726 w 2598726"/>
              <a:gd name="connsiteY3" fmla="*/ 0 h 2646680"/>
              <a:gd name="connsiteX0" fmla="*/ 2845 w 2558086"/>
              <a:gd name="connsiteY0" fmla="*/ 2641600 h 2641600"/>
              <a:gd name="connsiteX1" fmla="*/ 0 w 2558086"/>
              <a:gd name="connsiteY1" fmla="*/ 1202326 h 2641600"/>
              <a:gd name="connsiteX2" fmla="*/ 1198391 w 2558086"/>
              <a:gd name="connsiteY2" fmla="*/ 4067 h 2641600"/>
              <a:gd name="connsiteX3" fmla="*/ 2558086 w 2558086"/>
              <a:gd name="connsiteY3" fmla="*/ 0 h 2641600"/>
              <a:gd name="connsiteX0" fmla="*/ 2845 w 2556181"/>
              <a:gd name="connsiteY0" fmla="*/ 2641600 h 2641600"/>
              <a:gd name="connsiteX1" fmla="*/ 0 w 2556181"/>
              <a:gd name="connsiteY1" fmla="*/ 1202326 h 2641600"/>
              <a:gd name="connsiteX2" fmla="*/ 1198391 w 2556181"/>
              <a:gd name="connsiteY2" fmla="*/ 4067 h 2641600"/>
              <a:gd name="connsiteX3" fmla="*/ 2556181 w 2556181"/>
              <a:gd name="connsiteY3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181" h="2641600">
                <a:moveTo>
                  <a:pt x="2845" y="2641600"/>
                </a:moveTo>
                <a:cubicBezTo>
                  <a:pt x="1897" y="2112735"/>
                  <a:pt x="948" y="1731191"/>
                  <a:pt x="0" y="1202326"/>
                </a:cubicBezTo>
                <a:cubicBezTo>
                  <a:pt x="0" y="540519"/>
                  <a:pt x="536541" y="4067"/>
                  <a:pt x="1198391" y="4067"/>
                </a:cubicBezTo>
                <a:lnTo>
                  <a:pt x="2556181" y="0"/>
                </a:lnTo>
              </a:path>
            </a:pathLst>
          </a:custGeom>
          <a:noFill/>
          <a:ln w="1356897" cap="sq">
            <a:solidFill>
              <a:schemeClr val="accent4">
                <a:alpha val="89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45" name="Graphic 24">
            <a:extLst>
              <a:ext uri="{FF2B5EF4-FFF2-40B4-BE49-F238E27FC236}">
                <a16:creationId xmlns:a16="http://schemas.microsoft.com/office/drawing/2014/main" id="{3A387C14-96A1-A53F-B0C4-8C320C0E434B}"/>
              </a:ext>
            </a:extLst>
          </p:cNvPr>
          <p:cNvSpPr/>
          <p:nvPr/>
        </p:nvSpPr>
        <p:spPr>
          <a:xfrm>
            <a:off x="8928734" y="3558489"/>
            <a:ext cx="3162299" cy="3196641"/>
          </a:xfrm>
          <a:custGeom>
            <a:avLst/>
            <a:gdLst>
              <a:gd name="connsiteX0" fmla="*/ -3730 w 9166847"/>
              <a:gd name="connsiteY0" fmla="*/ 5764965 h 5765688"/>
              <a:gd name="connsiteX1" fmla="*/ -3730 w 9166847"/>
              <a:gd name="connsiteY1" fmla="*/ 1152444 h 5765688"/>
              <a:gd name="connsiteX2" fmla="*/ 1189314 w 9166847"/>
              <a:gd name="connsiteY2" fmla="*/ -724 h 5765688"/>
              <a:gd name="connsiteX3" fmla="*/ 9163118 w 9166847"/>
              <a:gd name="connsiteY3" fmla="*/ 36857 h 5765688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9166848 w 9166848"/>
              <a:gd name="connsiteY4" fmla="*/ 37581 h 5765689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3169739 w 9166848"/>
              <a:gd name="connsiteY4" fmla="*/ 7671 h 5765689"/>
              <a:gd name="connsiteX5" fmla="*/ 9166848 w 9166848"/>
              <a:gd name="connsiteY5" fmla="*/ 37581 h 5765689"/>
              <a:gd name="connsiteX0" fmla="*/ 0 w 3169739"/>
              <a:gd name="connsiteY0" fmla="*/ 5765689 h 5765689"/>
              <a:gd name="connsiteX1" fmla="*/ 0 w 3169739"/>
              <a:gd name="connsiteY1" fmla="*/ 1153168 h 5765689"/>
              <a:gd name="connsiteX2" fmla="*/ 1193044 w 3169739"/>
              <a:gd name="connsiteY2" fmla="*/ 0 h 5765689"/>
              <a:gd name="connsiteX3" fmla="*/ 2736923 w 3169739"/>
              <a:gd name="connsiteY3" fmla="*/ 1574 h 5765689"/>
              <a:gd name="connsiteX4" fmla="*/ 3169739 w 3169739"/>
              <a:gd name="connsiteY4" fmla="*/ 7671 h 5765689"/>
              <a:gd name="connsiteX0" fmla="*/ 0 w 3160214"/>
              <a:gd name="connsiteY0" fmla="*/ 5765689 h 5765689"/>
              <a:gd name="connsiteX1" fmla="*/ 0 w 3160214"/>
              <a:gd name="connsiteY1" fmla="*/ 1153168 h 5765689"/>
              <a:gd name="connsiteX2" fmla="*/ 1193044 w 3160214"/>
              <a:gd name="connsiteY2" fmla="*/ 0 h 5765689"/>
              <a:gd name="connsiteX3" fmla="*/ 2736923 w 3160214"/>
              <a:gd name="connsiteY3" fmla="*/ 1574 h 5765689"/>
              <a:gd name="connsiteX4" fmla="*/ 3160214 w 3160214"/>
              <a:gd name="connsiteY4" fmla="*/ 7671 h 5765689"/>
              <a:gd name="connsiteX0" fmla="*/ 2085 w 3162299"/>
              <a:gd name="connsiteY0" fmla="*/ 5765689 h 5765689"/>
              <a:gd name="connsiteX1" fmla="*/ 0 w 3162299"/>
              <a:gd name="connsiteY1" fmla="*/ 3173781 h 5765689"/>
              <a:gd name="connsiteX2" fmla="*/ 2085 w 3162299"/>
              <a:gd name="connsiteY2" fmla="*/ 1153168 h 5765689"/>
              <a:gd name="connsiteX3" fmla="*/ 1195129 w 3162299"/>
              <a:gd name="connsiteY3" fmla="*/ 0 h 5765689"/>
              <a:gd name="connsiteX4" fmla="*/ 2739008 w 3162299"/>
              <a:gd name="connsiteY4" fmla="*/ 1574 h 5765689"/>
              <a:gd name="connsiteX5" fmla="*/ 3162299 w 3162299"/>
              <a:gd name="connsiteY5" fmla="*/ 7671 h 5765689"/>
              <a:gd name="connsiteX0" fmla="*/ 0 w 3162299"/>
              <a:gd name="connsiteY0" fmla="*/ 3173781 h 3173781"/>
              <a:gd name="connsiteX1" fmla="*/ 2085 w 3162299"/>
              <a:gd name="connsiteY1" fmla="*/ 1153168 h 3173781"/>
              <a:gd name="connsiteX2" fmla="*/ 1195129 w 3162299"/>
              <a:gd name="connsiteY2" fmla="*/ 0 h 3173781"/>
              <a:gd name="connsiteX3" fmla="*/ 2739008 w 3162299"/>
              <a:gd name="connsiteY3" fmla="*/ 1574 h 3173781"/>
              <a:gd name="connsiteX4" fmla="*/ 3162299 w 3162299"/>
              <a:gd name="connsiteY4" fmla="*/ 7671 h 3173781"/>
              <a:gd name="connsiteX0" fmla="*/ 0 w 3162299"/>
              <a:gd name="connsiteY0" fmla="*/ 3196641 h 3196641"/>
              <a:gd name="connsiteX1" fmla="*/ 2085 w 3162299"/>
              <a:gd name="connsiteY1" fmla="*/ 1153168 h 3196641"/>
              <a:gd name="connsiteX2" fmla="*/ 1195129 w 3162299"/>
              <a:gd name="connsiteY2" fmla="*/ 0 h 3196641"/>
              <a:gd name="connsiteX3" fmla="*/ 2739008 w 3162299"/>
              <a:gd name="connsiteY3" fmla="*/ 1574 h 3196641"/>
              <a:gd name="connsiteX4" fmla="*/ 3162299 w 3162299"/>
              <a:gd name="connsiteY4" fmla="*/ 7671 h 319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2299" h="3196641">
                <a:moveTo>
                  <a:pt x="0" y="3196641"/>
                </a:moveTo>
                <a:lnTo>
                  <a:pt x="2085" y="1153168"/>
                </a:lnTo>
                <a:cubicBezTo>
                  <a:pt x="2085" y="516291"/>
                  <a:pt x="536218" y="0"/>
                  <a:pt x="1195129" y="0"/>
                </a:cubicBezTo>
                <a:lnTo>
                  <a:pt x="2739008" y="1574"/>
                </a:lnTo>
                <a:lnTo>
                  <a:pt x="3162299" y="7671"/>
                </a:lnTo>
              </a:path>
            </a:pathLst>
          </a:custGeom>
          <a:noFill/>
          <a:ln w="225588" cap="sq">
            <a:solidFill>
              <a:srgbClr val="FDF9E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9E9B68F-058D-E637-2550-5DA70E3D0D41}"/>
              </a:ext>
            </a:extLst>
          </p:cNvPr>
          <p:cNvSpPr/>
          <p:nvPr userDrawn="1"/>
        </p:nvSpPr>
        <p:spPr>
          <a:xfrm>
            <a:off x="10310340" y="2011478"/>
            <a:ext cx="1628275" cy="1628275"/>
          </a:xfrm>
          <a:prstGeom prst="ellipse">
            <a:avLst/>
          </a:prstGeom>
          <a:solidFill>
            <a:schemeClr val="accent6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6188A037-6B9F-861E-36A7-10311D6127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972" r="31496"/>
          <a:stretch>
            <a:fillRect/>
          </a:stretch>
        </p:blipFill>
        <p:spPr>
          <a:xfrm>
            <a:off x="12700" y="6051321"/>
            <a:ext cx="12192000" cy="528377"/>
          </a:xfrm>
          <a:custGeom>
            <a:avLst/>
            <a:gdLst>
              <a:gd name="connsiteX0" fmla="*/ 0 w 6858000"/>
              <a:gd name="connsiteY0" fmla="*/ 400156 h 400156"/>
              <a:gd name="connsiteX1" fmla="*/ 0 w 6858000"/>
              <a:gd name="connsiteY1" fmla="*/ 0 h 400156"/>
              <a:gd name="connsiteX2" fmla="*/ 6858000 w 6858000"/>
              <a:gd name="connsiteY2" fmla="*/ 0 h 400156"/>
              <a:gd name="connsiteX3" fmla="*/ 6858000 w 6858000"/>
              <a:gd name="connsiteY3" fmla="*/ 400156 h 40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400156">
                <a:moveTo>
                  <a:pt x="0" y="400156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00156"/>
                </a:lnTo>
                <a:close/>
              </a:path>
            </a:pathLst>
          </a:cu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1C9183AD-9166-27E4-F8C4-4AAE1C7F0BB9}"/>
              </a:ext>
            </a:extLst>
          </p:cNvPr>
          <p:cNvSpPr/>
          <p:nvPr userDrawn="1"/>
        </p:nvSpPr>
        <p:spPr>
          <a:xfrm>
            <a:off x="9130046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ED6151-9FDE-FB42-89FC-0347B6A3276D}"/>
              </a:ext>
            </a:extLst>
          </p:cNvPr>
          <p:cNvSpPr/>
          <p:nvPr userDrawn="1"/>
        </p:nvSpPr>
        <p:spPr>
          <a:xfrm>
            <a:off x="8385329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41E6D8BC-2E14-B95F-1E2F-30FF6EE3A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89B6F428-7A93-4AA9-C12A-2A93DFEAF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11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phic 43">
            <a:extLst>
              <a:ext uri="{FF2B5EF4-FFF2-40B4-BE49-F238E27FC236}">
                <a16:creationId xmlns:a16="http://schemas.microsoft.com/office/drawing/2014/main" id="{94240F9C-F2B6-6263-0817-7E0809D9DF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5327"/>
          <a:stretch>
            <a:fillRect/>
          </a:stretch>
        </p:blipFill>
        <p:spPr>
          <a:xfrm rot="16200000">
            <a:off x="8348893" y="2856018"/>
            <a:ext cx="6718341" cy="1006304"/>
          </a:xfrm>
          <a:custGeom>
            <a:avLst/>
            <a:gdLst>
              <a:gd name="connsiteX0" fmla="*/ 0 w 6718341"/>
              <a:gd name="connsiteY0" fmla="*/ 0 h 1006304"/>
              <a:gd name="connsiteX1" fmla="*/ 6718341 w 6718341"/>
              <a:gd name="connsiteY1" fmla="*/ 0 h 1006304"/>
              <a:gd name="connsiteX2" fmla="*/ 6718341 w 6718341"/>
              <a:gd name="connsiteY2" fmla="*/ 1006304 h 1006304"/>
              <a:gd name="connsiteX3" fmla="*/ 0 w 6718341"/>
              <a:gd name="connsiteY3" fmla="*/ 1006304 h 100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006304">
                <a:moveTo>
                  <a:pt x="0" y="0"/>
                </a:moveTo>
                <a:lnTo>
                  <a:pt x="6718341" y="0"/>
                </a:lnTo>
                <a:lnTo>
                  <a:pt x="6718341" y="1006304"/>
                </a:lnTo>
                <a:lnTo>
                  <a:pt x="0" y="1006304"/>
                </a:lnTo>
                <a:close/>
              </a:path>
            </a:pathLst>
          </a:cu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024F3BA7-5767-DA19-90B2-79087CCD234A}"/>
              </a:ext>
            </a:extLst>
          </p:cNvPr>
          <p:cNvSpPr/>
          <p:nvPr userDrawn="1"/>
        </p:nvSpPr>
        <p:spPr>
          <a:xfrm>
            <a:off x="11280648" y="107998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5941C3B-69D9-2131-DE98-77882C6B492E}"/>
              </a:ext>
            </a:extLst>
          </p:cNvPr>
          <p:cNvSpPr/>
          <p:nvPr userDrawn="1"/>
        </p:nvSpPr>
        <p:spPr>
          <a:xfrm>
            <a:off x="9885091" y="4608699"/>
            <a:ext cx="1628275" cy="1628275"/>
          </a:xfrm>
          <a:prstGeom prst="ellipse">
            <a:avLst/>
          </a:prstGeom>
          <a:solidFill>
            <a:schemeClr val="accent3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F2C371ED-FE8B-10E6-6B09-AB1AF954AA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820" t="41526" b="3152"/>
          <a:stretch/>
        </p:blipFill>
        <p:spPr>
          <a:xfrm>
            <a:off x="-63921" y="5642"/>
            <a:ext cx="3769859" cy="6852356"/>
          </a:xfrm>
          <a:custGeom>
            <a:avLst/>
            <a:gdLst>
              <a:gd name="connsiteX0" fmla="*/ 0 w 3769859"/>
              <a:gd name="connsiteY0" fmla="*/ 0 h 6852356"/>
              <a:gd name="connsiteX1" fmla="*/ 3769859 w 3769859"/>
              <a:gd name="connsiteY1" fmla="*/ 0 h 6852356"/>
              <a:gd name="connsiteX2" fmla="*/ 3769859 w 3769859"/>
              <a:gd name="connsiteY2" fmla="*/ 6852356 h 6852356"/>
              <a:gd name="connsiteX3" fmla="*/ 0 w 3769859"/>
              <a:gd name="connsiteY3" fmla="*/ 6852356 h 685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859" h="6852356">
                <a:moveTo>
                  <a:pt x="0" y="0"/>
                </a:moveTo>
                <a:lnTo>
                  <a:pt x="3769859" y="0"/>
                </a:lnTo>
                <a:lnTo>
                  <a:pt x="3769859" y="6852356"/>
                </a:lnTo>
                <a:lnTo>
                  <a:pt x="0" y="6852356"/>
                </a:lnTo>
                <a:close/>
              </a:path>
            </a:pathLst>
          </a:cu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6DDC0DD-511A-395D-6DF6-B3EBA937EF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633" b="65821"/>
          <a:stretch>
            <a:fillRect/>
          </a:stretch>
        </p:blipFill>
        <p:spPr>
          <a:xfrm flipV="1">
            <a:off x="5869" y="1"/>
            <a:ext cx="5332115" cy="2343995"/>
          </a:xfrm>
          <a:custGeom>
            <a:avLst/>
            <a:gdLst>
              <a:gd name="connsiteX0" fmla="*/ 0 w 5332115"/>
              <a:gd name="connsiteY0" fmla="*/ 2343995 h 2343995"/>
              <a:gd name="connsiteX1" fmla="*/ 5332115 w 5332115"/>
              <a:gd name="connsiteY1" fmla="*/ 2343995 h 2343995"/>
              <a:gd name="connsiteX2" fmla="*/ 5332115 w 5332115"/>
              <a:gd name="connsiteY2" fmla="*/ 0 h 2343995"/>
              <a:gd name="connsiteX3" fmla="*/ 0 w 5332115"/>
              <a:gd name="connsiteY3" fmla="*/ 0 h 23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115" h="2343995">
                <a:moveTo>
                  <a:pt x="0" y="2343995"/>
                </a:moveTo>
                <a:lnTo>
                  <a:pt x="5332115" y="2343995"/>
                </a:lnTo>
                <a:lnTo>
                  <a:pt x="5332115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03A29F6-2DC7-B284-F21B-10BBEECC05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165" t="77500"/>
          <a:stretch>
            <a:fillRect/>
          </a:stretch>
        </p:blipFill>
        <p:spPr>
          <a:xfrm>
            <a:off x="-16872" y="-29980"/>
            <a:ext cx="4459335" cy="1601124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E42667F-7399-2294-D94B-CB84510A0E95}"/>
              </a:ext>
            </a:extLst>
          </p:cNvPr>
          <p:cNvSpPr/>
          <p:nvPr userDrawn="1"/>
        </p:nvSpPr>
        <p:spPr>
          <a:xfrm>
            <a:off x="3261092" y="18900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73" name="Title 1">
            <a:extLst>
              <a:ext uri="{FF2B5EF4-FFF2-40B4-BE49-F238E27FC236}">
                <a16:creationId xmlns:a16="http://schemas.microsoft.com/office/drawing/2014/main" id="{11BE7A0F-8563-C84F-54DB-CF04C6DA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83" y="2214823"/>
            <a:ext cx="3769859" cy="1975104"/>
          </a:xfr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231" y="4278235"/>
            <a:ext cx="3081528" cy="117043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760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45380E4-4280-4D6A-412C-BEC95C8CA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2DEC6B-E418-F7FA-5D06-66914B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CDBC6FA3-472C-62C4-429A-28029D228D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0B4C4FF-8EF1-767D-7C77-03D625E4B3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96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48C42A6-E4A3-57E4-DBFE-86C89D6D36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272D4-D364-93D2-A948-9DD478627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DD4E5-F3CE-6199-31DD-1C03C409E0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29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FA20FC2-E959-7E20-4647-E505BD8BE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6E61-4EF1-44C9-6CC9-6876765A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40690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802A7-DF1B-DE1B-4EA4-055C5935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690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2F4222-9F0A-A7FE-DFA4-39F2D1A2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9174264-0D17-CF28-8778-3DD02FD42C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FFA002-049D-7794-5114-044DA2B571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54A2A46-C45B-ED08-EE41-CEC7D3547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4EA03-DC7A-CC5C-0E56-20FDFBD1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17259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30CC9-5F1C-933D-A4C9-7DCE2F03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04BF9-EDC8-7868-84C1-6CCB690381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E0970-0DB3-2D10-BEAE-54A52070A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C668391-E0E0-74A5-F96F-B67ECAE8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72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E197C-8454-08AA-A652-357480D9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0FAC-6DFA-F32C-E62D-5C32C06A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71" y="6234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62FF-DCC3-B0E5-E9C3-736A70823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1903" y="809244"/>
            <a:ext cx="941832" cy="62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bg2"/>
                </a:solidFill>
              </a:defRPr>
            </a:lvl1pPr>
          </a:lstStyle>
          <a:p>
            <a:fld id="{CC43B8D3-9A08-F84C-9DD4-44948BA52D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FFBFB-5A27-2D81-3931-C98447651EF4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5E283-E2C6-EE8C-5FC9-96FD9B2DC537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EB7FA7-6E9C-81BB-8E55-A22BFF734E24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>
            <a:extLst>
              <a:ext uri="{FF2B5EF4-FFF2-40B4-BE49-F238E27FC236}">
                <a16:creationId xmlns:a16="http://schemas.microsoft.com/office/drawing/2014/main" id="{77E78B78-C9C0-6811-5C24-BA7F4E6120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9C8F7F-2A36-A3D8-7C9C-CFDFFF47B82A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9602F-1B68-185F-6DA7-FDDA1F0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6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8" r:id="rId5"/>
    <p:sldLayoutId id="2147483663" r:id="rId6"/>
    <p:sldLayoutId id="2147483664" r:id="rId7"/>
    <p:sldLayoutId id="2147483659" r:id="rId8"/>
    <p:sldLayoutId id="2147483660" r:id="rId9"/>
    <p:sldLayoutId id="2147483661" r:id="rId10"/>
    <p:sldLayoutId id="2147483652" r:id="rId11"/>
    <p:sldLayoutId id="2147483667" r:id="rId12"/>
    <p:sldLayoutId id="2147483653" r:id="rId13"/>
    <p:sldLayoutId id="2147483668" r:id="rId14"/>
    <p:sldLayoutId id="2147483665" r:id="rId15"/>
    <p:sldLayoutId id="2147483666" r:id="rId16"/>
    <p:sldLayoutId id="2147483654" r:id="rId17"/>
    <p:sldLayoutId id="2147483655" r:id="rId18"/>
    <p:sldLayoutId id="2147483656" r:id="rId19"/>
    <p:sldLayoutId id="214748365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Mtmluv001@myuct.ac.z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8762-BFD9-B53C-F438-D440DBFDD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"String</a:t>
            </a:r>
            <a:br>
              <a:rPr lang="en-US"/>
            </a:br>
            <a:r>
              <a:rPr lang="en-US"/>
              <a:t>     Conundrum"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451B7-2A25-8813-BC77-07DE3529FC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Luvuyo Matomela &amp; </a:t>
            </a:r>
            <a:r>
              <a:rPr lang="en-US" err="1"/>
              <a:t>Hlomla</a:t>
            </a:r>
            <a:r>
              <a:rPr lang="en-US"/>
              <a:t> </a:t>
            </a:r>
            <a:r>
              <a:rPr lang="en-US" err="1"/>
              <a:t>Kuhlane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53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BA60034-9E02-4BFF-D46B-98C157D6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A91497-60EB-6CC6-BE1A-11323E8A9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26" y="1768482"/>
            <a:ext cx="6510528" cy="35783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/>
              <a:t>Strings are essential for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/>
          </a:p>
          <a:p>
            <a:pPr marL="285750" indent="-285750">
              <a:buChar char="•"/>
            </a:pPr>
            <a:r>
              <a:rPr lang="en-ZA"/>
              <a:t>Displaying information to users</a:t>
            </a:r>
          </a:p>
          <a:p>
            <a:endParaRPr lang="en-ZA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/>
              <a:t>Processing input</a:t>
            </a:r>
          </a:p>
          <a:p>
            <a:endParaRPr lang="en-ZA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/>
              <a:t>Creating error messages</a:t>
            </a:r>
          </a:p>
          <a:p>
            <a:endParaRPr lang="en-ZA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/>
              <a:t>Building text-based applications</a:t>
            </a:r>
          </a:p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09EE273-65DC-EBC2-149C-7BB5726CE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00E35B6-58C6-ABFD-1333-AA1B7702D1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15DD263D-0613-2A71-3436-E648231663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5" t="48626" r="-485" b="-16808"/>
          <a:stretch>
            <a:fillRect/>
          </a:stretch>
        </p:blipFill>
        <p:spPr>
          <a:xfrm>
            <a:off x="5502928" y="1888553"/>
            <a:ext cx="5380737" cy="253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13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BA60034-9E02-4BFF-D46B-98C157D6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818" y="793971"/>
            <a:ext cx="8762246" cy="777240"/>
          </a:xfrm>
        </p:spPr>
        <p:txBody>
          <a:bodyPr/>
          <a:lstStyle/>
          <a:p>
            <a:r>
              <a:rPr lang="en-US"/>
              <a:t>What's the deal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09EE273-65DC-EBC2-149C-7BB5726CE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00E35B6-58C6-ABFD-1333-AA1B7702D1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DE751B6-9C87-B284-A0C5-9FED9F038089}"/>
              </a:ext>
            </a:extLst>
          </p:cNvPr>
          <p:cNvSpPr/>
          <p:nvPr/>
        </p:nvSpPr>
        <p:spPr>
          <a:xfrm>
            <a:off x="607299" y="1943248"/>
            <a:ext cx="2753208" cy="154283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959B242-4F41-B5A1-942D-7B90A426B77E}"/>
              </a:ext>
            </a:extLst>
          </p:cNvPr>
          <p:cNvSpPr/>
          <p:nvPr/>
        </p:nvSpPr>
        <p:spPr>
          <a:xfrm>
            <a:off x="607299" y="1943248"/>
            <a:ext cx="2753208" cy="6545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ZA">
              <a:solidFill>
                <a:srgbClr val="FF000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A03C410-5B50-59C4-FB4A-90D918E7732C}"/>
              </a:ext>
            </a:extLst>
          </p:cNvPr>
          <p:cNvSpPr/>
          <p:nvPr/>
        </p:nvSpPr>
        <p:spPr>
          <a:xfrm>
            <a:off x="607299" y="2034687"/>
            <a:ext cx="2753208" cy="67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0000"/>
                </a:solidFill>
              </a:rPr>
              <a:t>1 in 3</a:t>
            </a:r>
            <a:endParaRPr lang="en-US" sz="3400">
              <a:solidFill>
                <a:srgbClr val="FF0000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30AAA64-E39C-0F47-CFAC-1E9773628393}"/>
              </a:ext>
            </a:extLst>
          </p:cNvPr>
          <p:cNvSpPr/>
          <p:nvPr/>
        </p:nvSpPr>
        <p:spPr>
          <a:xfrm>
            <a:off x="698739" y="2738775"/>
            <a:ext cx="2566550" cy="67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students fail intro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programming globally</a:t>
            </a:r>
            <a:endParaRPr lang="en-US" sz="11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3F2C94E-7FCB-43D5-03D7-66FB19A669B5}"/>
              </a:ext>
            </a:extLst>
          </p:cNvPr>
          <p:cNvSpPr/>
          <p:nvPr/>
        </p:nvSpPr>
        <p:spPr>
          <a:xfrm>
            <a:off x="3632755" y="1951620"/>
            <a:ext cx="2753208" cy="154283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54F4177-EF8C-13E6-9D29-D0B685697182}"/>
              </a:ext>
            </a:extLst>
          </p:cNvPr>
          <p:cNvSpPr/>
          <p:nvPr/>
        </p:nvSpPr>
        <p:spPr>
          <a:xfrm>
            <a:off x="3632755" y="1951620"/>
            <a:ext cx="2753208" cy="65454"/>
          </a:xfrm>
          <a:prstGeom prst="rect">
            <a:avLst/>
          </a:prstGeom>
          <a:solidFill>
            <a:srgbClr val="FF0000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8D2ABCC-E669-F3B1-873F-4FE4630A7A64}"/>
              </a:ext>
            </a:extLst>
          </p:cNvPr>
          <p:cNvSpPr/>
          <p:nvPr/>
        </p:nvSpPr>
        <p:spPr>
          <a:xfrm>
            <a:off x="3632755" y="2043059"/>
            <a:ext cx="2753208" cy="67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0000"/>
                </a:solidFill>
              </a:rPr>
              <a:t>50+</a:t>
            </a:r>
            <a:endParaRPr lang="en-US" sz="3400">
              <a:solidFill>
                <a:srgbClr val="FF0000"/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ADAE31F-3931-F000-7B5F-04BE78BC8112}"/>
              </a:ext>
            </a:extLst>
          </p:cNvPr>
          <p:cNvSpPr/>
          <p:nvPr/>
        </p:nvSpPr>
        <p:spPr>
          <a:xfrm>
            <a:off x="3724195" y="2747147"/>
            <a:ext cx="2566550" cy="67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years failure rate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has not changed</a:t>
            </a:r>
            <a:endParaRPr lang="en-US" sz="110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0A834CD-901D-012F-39D6-9316FA1EE989}"/>
              </a:ext>
            </a:extLst>
          </p:cNvPr>
          <p:cNvSpPr/>
          <p:nvPr/>
        </p:nvSpPr>
        <p:spPr>
          <a:xfrm>
            <a:off x="6813486" y="1936507"/>
            <a:ext cx="2753208" cy="154283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653A83C-D0BB-5EAF-C360-FFEAD8C57C79}"/>
              </a:ext>
            </a:extLst>
          </p:cNvPr>
          <p:cNvSpPr/>
          <p:nvPr/>
        </p:nvSpPr>
        <p:spPr>
          <a:xfrm>
            <a:off x="6813486" y="1936507"/>
            <a:ext cx="2753208" cy="6545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2F465CC-86F6-6BE3-063B-3B4F86D61CB8}"/>
              </a:ext>
            </a:extLst>
          </p:cNvPr>
          <p:cNvSpPr/>
          <p:nvPr/>
        </p:nvSpPr>
        <p:spPr>
          <a:xfrm>
            <a:off x="6813486" y="2027946"/>
            <a:ext cx="2753208" cy="67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0000"/>
                </a:solidFill>
              </a:rPr>
              <a:t>37M</a:t>
            </a:r>
            <a:endParaRPr lang="en-US" sz="3400">
              <a:solidFill>
                <a:srgbClr val="FF0000"/>
              </a:solidFill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6A70AEC-8051-13E4-13BF-BBB873A83510}"/>
              </a:ext>
            </a:extLst>
          </p:cNvPr>
          <p:cNvSpPr/>
          <p:nvPr/>
        </p:nvSpPr>
        <p:spPr>
          <a:xfrm>
            <a:off x="6904926" y="2732034"/>
            <a:ext cx="2566550" cy="67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compilations analysed —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string errors hardest to fix</a:t>
            </a:r>
            <a:endParaRPr lang="en-US" sz="110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7ACF50BB-BFF2-12FF-35DA-240A5FEB02C8}"/>
              </a:ext>
            </a:extLst>
          </p:cNvPr>
          <p:cNvSpPr/>
          <p:nvPr/>
        </p:nvSpPr>
        <p:spPr>
          <a:xfrm>
            <a:off x="3722354" y="4153568"/>
            <a:ext cx="2753208" cy="1542834"/>
          </a:xfrm>
          <a:prstGeom prst="rect">
            <a:avLst/>
          </a:prstGeom>
          <a:solidFill>
            <a:srgbClr val="1C1C3A"/>
          </a:solidFill>
          <a:ln w="12700">
            <a:solidFill>
              <a:srgbClr val="1C1C3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68C47CEA-025E-3E8A-DD23-DE408BE30830}"/>
              </a:ext>
            </a:extLst>
          </p:cNvPr>
          <p:cNvSpPr/>
          <p:nvPr/>
        </p:nvSpPr>
        <p:spPr>
          <a:xfrm>
            <a:off x="4468595" y="4205786"/>
            <a:ext cx="2473221" cy="299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4A261"/>
                </a:solidFill>
              </a:rPr>
              <a:t>At UCT</a:t>
            </a:r>
            <a:endParaRPr lang="en-US" sz="130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9F9EECBC-8FE6-3659-1C96-105F5317AC41}"/>
              </a:ext>
            </a:extLst>
          </p:cNvPr>
          <p:cNvSpPr/>
          <p:nvPr/>
        </p:nvSpPr>
        <p:spPr>
          <a:xfrm>
            <a:off x="3994142" y="4457849"/>
            <a:ext cx="2473221" cy="935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Student marks consistently drop when string concepts are introduced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383960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D881F-CA86-A4F1-802F-E64731BD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4163351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8E64F617-DFCF-914F-51F8-238B5DF27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1" y="369662"/>
            <a:ext cx="11924318" cy="1381499"/>
          </a:xfrm>
          <a:prstGeom prst="rect">
            <a:avLst/>
          </a:prstGeom>
        </p:spPr>
      </p:pic>
      <p:sp>
        <p:nvSpPr>
          <p:cNvPr id="34" name="Shape 5">
            <a:extLst>
              <a:ext uri="{FF2B5EF4-FFF2-40B4-BE49-F238E27FC236}">
                <a16:creationId xmlns:a16="http://schemas.microsoft.com/office/drawing/2014/main" id="{7F621EA4-A0DB-E83C-3F1B-4586810F9FCE}"/>
              </a:ext>
            </a:extLst>
          </p:cNvPr>
          <p:cNvSpPr/>
          <p:nvPr/>
        </p:nvSpPr>
        <p:spPr>
          <a:xfrm>
            <a:off x="488772" y="2261501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159D0EA9-0173-DE47-EC36-9B0BC10529FA}"/>
              </a:ext>
            </a:extLst>
          </p:cNvPr>
          <p:cNvSpPr/>
          <p:nvPr/>
        </p:nvSpPr>
        <p:spPr>
          <a:xfrm>
            <a:off x="488772" y="2261501"/>
            <a:ext cx="2697480" cy="566928"/>
          </a:xfrm>
          <a:prstGeom prst="rect">
            <a:avLst/>
          </a:prstGeom>
          <a:solidFill>
            <a:schemeClr val="accent4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4CD0E92C-7B6C-31B2-1B54-DA6A70FFEC28}"/>
              </a:ext>
            </a:extLst>
          </p:cNvPr>
          <p:cNvSpPr/>
          <p:nvPr/>
        </p:nvSpPr>
        <p:spPr>
          <a:xfrm>
            <a:off x="598500" y="2307221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</a:rPr>
              <a:t>Non-intuitive</a:t>
            </a:r>
            <a:endParaRPr lang="en-US" sz="150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6D8360B5-F617-E5A0-4EC5-CA293998488B}"/>
              </a:ext>
            </a:extLst>
          </p:cNvPr>
          <p:cNvSpPr/>
          <p:nvPr/>
        </p:nvSpPr>
        <p:spPr>
          <a:xfrm>
            <a:off x="598500" y="2929013"/>
            <a:ext cx="248716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>
                <a:solidFill>
                  <a:srgbClr val="64748B"/>
                </a:solidFill>
              </a:rPr>
              <a:t>String immutability contradicts how most beginners think about variables. Modifying a string creates a new object students expect in-place change.</a:t>
            </a:r>
            <a:endParaRPr lang="en-US" sz="1150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4FC7EBF2-BF1E-E625-E98C-A30C4868C9E4}"/>
              </a:ext>
            </a:extLst>
          </p:cNvPr>
          <p:cNvSpPr/>
          <p:nvPr/>
        </p:nvSpPr>
        <p:spPr>
          <a:xfrm>
            <a:off x="3948482" y="2215781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5B0BCF5A-18DE-FE10-5A74-0DDBB5BCBA07}"/>
              </a:ext>
            </a:extLst>
          </p:cNvPr>
          <p:cNvSpPr/>
          <p:nvPr/>
        </p:nvSpPr>
        <p:spPr>
          <a:xfrm>
            <a:off x="3948482" y="2215781"/>
            <a:ext cx="2697480" cy="56692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B15F65C0-7B08-7A7E-1083-B06BDC59599A}"/>
              </a:ext>
            </a:extLst>
          </p:cNvPr>
          <p:cNvSpPr/>
          <p:nvPr/>
        </p:nvSpPr>
        <p:spPr>
          <a:xfrm>
            <a:off x="4058210" y="2261501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</a:rPr>
              <a:t>Index Confusion</a:t>
            </a:r>
            <a:endParaRPr lang="en-US" sz="150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71E7D2BA-4E9F-EC37-EFE0-B170BD1C8058}"/>
              </a:ext>
            </a:extLst>
          </p:cNvPr>
          <p:cNvSpPr/>
          <p:nvPr/>
        </p:nvSpPr>
        <p:spPr>
          <a:xfrm>
            <a:off x="4058210" y="2883293"/>
            <a:ext cx="248716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>
                <a:solidFill>
                  <a:srgbClr val="64748B"/>
                </a:solidFill>
              </a:rPr>
              <a:t>Zero-based indexing conflicts with everyday counting. Students consistently start counting from 1 and produce off-by-one errors.</a:t>
            </a:r>
            <a:endParaRPr lang="en-US" sz="115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CF750A36-3AE9-38D1-92B6-E1C4648B3CFA}"/>
              </a:ext>
            </a:extLst>
          </p:cNvPr>
          <p:cNvSpPr/>
          <p:nvPr/>
        </p:nvSpPr>
        <p:spPr>
          <a:xfrm>
            <a:off x="7241357" y="2215781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0C6CD3ED-A73F-2723-DA2D-3D0EDA15B351}"/>
              </a:ext>
            </a:extLst>
          </p:cNvPr>
          <p:cNvSpPr/>
          <p:nvPr/>
        </p:nvSpPr>
        <p:spPr>
          <a:xfrm>
            <a:off x="7241357" y="2215781"/>
            <a:ext cx="269748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6796D905-0807-1195-D6EE-BCD91D8E7BD0}"/>
              </a:ext>
            </a:extLst>
          </p:cNvPr>
          <p:cNvSpPr/>
          <p:nvPr/>
        </p:nvSpPr>
        <p:spPr>
          <a:xfrm>
            <a:off x="7351085" y="2261501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</a:rPr>
              <a:t>Wrong Comparison</a:t>
            </a:r>
            <a:endParaRPr lang="en-US" sz="150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C9BDE7DB-BEBC-3969-159F-29A640370C1B}"/>
              </a:ext>
            </a:extLst>
          </p:cNvPr>
          <p:cNvSpPr/>
          <p:nvPr/>
        </p:nvSpPr>
        <p:spPr>
          <a:xfrm>
            <a:off x="7351085" y="2883293"/>
            <a:ext cx="248716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>
                <a:solidFill>
                  <a:srgbClr val="64748B"/>
                </a:solidFill>
              </a:rPr>
              <a:t>String comparison behaves differently from numeric comparison in ways students do not anticipate, causing silent logical errors.</a:t>
            </a:r>
            <a:endParaRPr lang="en-US" sz="1150"/>
          </a:p>
        </p:txBody>
      </p:sp>
      <p:pic>
        <p:nvPicPr>
          <p:cNvPr id="1030" name="Picture 6" descr="Confusion Vector PNG, Vector, PSD, and Clipart With Transparent Background  for Free Download | Pngtree">
            <a:extLst>
              <a:ext uri="{FF2B5EF4-FFF2-40B4-BE49-F238E27FC236}">
                <a16:creationId xmlns:a16="http://schemas.microsoft.com/office/drawing/2014/main" id="{B833D819-B113-606B-DF0F-B184FBBFF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2912" y="1633325"/>
            <a:ext cx="2548416" cy="254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02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73CE0-6C0A-1ECF-1F55-6AD1F5A9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pic>
        <p:nvPicPr>
          <p:cNvPr id="6" name="Content Placeholder 5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799A5689-833C-BE0D-06AF-3B8EA82DA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747" y="1710370"/>
            <a:ext cx="9084075" cy="257450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4BD87-71B2-C91F-E01F-DF21D158F8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4736D-6F89-3C71-7C2F-0DF4314F9833}"/>
              </a:ext>
            </a:extLst>
          </p:cNvPr>
          <p:cNvSpPr txBox="1"/>
          <p:nvPr/>
        </p:nvSpPr>
        <p:spPr>
          <a:xfrm>
            <a:off x="1420090" y="4814454"/>
            <a:ext cx="730082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assumes the student understands </a:t>
            </a:r>
            <a:r>
              <a:rPr lang="en-US" i="1">
                <a:ea typeface="+mn-lt"/>
                <a:cs typeface="+mn-lt"/>
              </a:rPr>
              <a:t>“object”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doesn’t explain </a:t>
            </a:r>
            <a:r>
              <a:rPr lang="en-US" b="1">
                <a:ea typeface="+mn-lt"/>
                <a:cs typeface="+mn-lt"/>
              </a:rPr>
              <a:t>immutability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doesn’t tell them </a:t>
            </a:r>
            <a:r>
              <a:rPr lang="en-US" b="1">
                <a:ea typeface="+mn-lt"/>
                <a:cs typeface="+mn-lt"/>
              </a:rPr>
              <a:t>what they did wrong</a:t>
            </a:r>
            <a:r>
              <a:rPr lang="en-US">
                <a:ea typeface="+mn-lt"/>
                <a:cs typeface="+mn-lt"/>
              </a:rPr>
              <a:t> in simple terms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98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8BD3563-74C4-0E4D-FE4C-A2AA33C3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35" y="952011"/>
            <a:ext cx="8870656" cy="764982"/>
          </a:xfrm>
        </p:spPr>
        <p:txBody>
          <a:bodyPr/>
          <a:lstStyle/>
          <a:p>
            <a:r>
              <a:rPr lang="en-US" sz="4000" b="1">
                <a:solidFill>
                  <a:srgbClr val="1C1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Issues with Existing Tools</a:t>
            </a:r>
            <a:br>
              <a:rPr lang="en-US" sz="4000"/>
            </a:b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914057-CF12-017E-B2D8-B25B6E3229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EF1DE-337F-5192-8762-CB5AF953805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981023-9518-6632-D831-985FAD3D3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483" y="1691363"/>
            <a:ext cx="3683659" cy="167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484F34-7621-3DA8-43BD-17FC8DC25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22" y="3622059"/>
            <a:ext cx="4917237" cy="1438476"/>
          </a:xfrm>
          <a:prstGeom prst="rect">
            <a:avLst/>
          </a:prstGeom>
        </p:spPr>
      </p:pic>
      <p:sp>
        <p:nvSpPr>
          <p:cNvPr id="20" name="Shape 14">
            <a:extLst>
              <a:ext uri="{FF2B5EF4-FFF2-40B4-BE49-F238E27FC236}">
                <a16:creationId xmlns:a16="http://schemas.microsoft.com/office/drawing/2014/main" id="{0B0BF23B-5B8C-9E47-B0F8-D2BC3F1CDA19}"/>
              </a:ext>
            </a:extLst>
          </p:cNvPr>
          <p:cNvSpPr/>
          <p:nvPr/>
        </p:nvSpPr>
        <p:spPr>
          <a:xfrm>
            <a:off x="6880865" y="2320506"/>
            <a:ext cx="4203652" cy="3393286"/>
          </a:xfrm>
          <a:prstGeom prst="rect">
            <a:avLst/>
          </a:prstGeom>
          <a:solidFill>
            <a:srgbClr val="1C1C3A"/>
          </a:solidFill>
          <a:ln w="12700">
            <a:solidFill>
              <a:srgbClr val="1C1C3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716C04A1-C132-4070-2E3E-204192565D7D}"/>
              </a:ext>
            </a:extLst>
          </p:cNvPr>
          <p:cNvSpPr/>
          <p:nvPr/>
        </p:nvSpPr>
        <p:spPr>
          <a:xfrm>
            <a:off x="7018024" y="2631842"/>
            <a:ext cx="3789207" cy="411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200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5BEF9B9A-407A-44B0-031B-CF0656C3A32B}"/>
              </a:ext>
            </a:extLst>
          </p:cNvPr>
          <p:cNvSpPr/>
          <p:nvPr/>
        </p:nvSpPr>
        <p:spPr>
          <a:xfrm>
            <a:off x="7018024" y="3195072"/>
            <a:ext cx="236825" cy="19614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21FF3ED8-9F5E-2746-C59A-C4850236FF7A}"/>
              </a:ext>
            </a:extLst>
          </p:cNvPr>
          <p:cNvSpPr/>
          <p:nvPr/>
        </p:nvSpPr>
        <p:spPr>
          <a:xfrm>
            <a:off x="7292345" y="3166173"/>
            <a:ext cx="3552382" cy="353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No tool targets string misconceptions specifically</a:t>
            </a:r>
            <a:endParaRPr lang="en-US" sz="110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FCF73ED3-8498-9B7F-6188-4F4911AC4351}"/>
              </a:ext>
            </a:extLst>
          </p:cNvPr>
          <p:cNvSpPr/>
          <p:nvPr/>
        </p:nvSpPr>
        <p:spPr>
          <a:xfrm>
            <a:off x="7018024" y="3816864"/>
            <a:ext cx="236825" cy="19614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43ACACF7-EDE4-8187-8031-1B5F64F67989}"/>
              </a:ext>
            </a:extLst>
          </p:cNvPr>
          <p:cNvSpPr/>
          <p:nvPr/>
        </p:nvSpPr>
        <p:spPr>
          <a:xfrm>
            <a:off x="7292345" y="3787965"/>
            <a:ext cx="3552382" cy="353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Behaviour is made visible but never explained</a:t>
            </a:r>
            <a:endParaRPr lang="en-US" sz="110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29987A37-B384-3FB4-35D4-01EC85ABFFA5}"/>
              </a:ext>
            </a:extLst>
          </p:cNvPr>
          <p:cNvSpPr/>
          <p:nvPr/>
        </p:nvSpPr>
        <p:spPr>
          <a:xfrm>
            <a:off x="7018024" y="4438656"/>
            <a:ext cx="236825" cy="19614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169029CE-564E-E833-1FCE-F1BC38A57CCD}"/>
              </a:ext>
            </a:extLst>
          </p:cNvPr>
          <p:cNvSpPr/>
          <p:nvPr/>
        </p:nvSpPr>
        <p:spPr>
          <a:xfrm>
            <a:off x="7292345" y="4409757"/>
            <a:ext cx="3552382" cy="353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No misconception-targeted feedback for strings</a:t>
            </a:r>
            <a:endParaRPr lang="en-US" sz="110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760D5914-6A77-69C7-A777-6CD6C91A7921}"/>
              </a:ext>
            </a:extLst>
          </p:cNvPr>
          <p:cNvSpPr/>
          <p:nvPr/>
        </p:nvSpPr>
        <p:spPr>
          <a:xfrm>
            <a:off x="7018024" y="5060448"/>
            <a:ext cx="236825" cy="19614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04406D89-503A-6A79-AC0D-8CDA13619E80}"/>
              </a:ext>
            </a:extLst>
          </p:cNvPr>
          <p:cNvSpPr/>
          <p:nvPr/>
        </p:nvSpPr>
        <p:spPr>
          <a:xfrm>
            <a:off x="7292345" y="5031549"/>
            <a:ext cx="3552382" cy="353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Students must infer understanding on their own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989327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D881F-CA86-A4F1-802F-E64731BD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Aims</a:t>
            </a:r>
          </a:p>
        </p:txBody>
      </p:sp>
    </p:spTree>
    <p:extLst>
      <p:ext uri="{BB962C8B-B14F-4D97-AF65-F5344CB8AC3E}">
        <p14:creationId xmlns:p14="http://schemas.microsoft.com/office/powerpoint/2010/main" val="2923465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FC65B13-DBA7-CB3E-F251-880122C1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Aims</a:t>
            </a:r>
          </a:p>
        </p:txBody>
      </p:sp>
      <p:graphicFrame>
        <p:nvGraphicFramePr>
          <p:cNvPr id="7" name="Content Placeholder 3" descr="Timeline Placeholder ">
            <a:extLst>
              <a:ext uri="{FF2B5EF4-FFF2-40B4-BE49-F238E27FC236}">
                <a16:creationId xmlns:a16="http://schemas.microsoft.com/office/drawing/2014/main" id="{3033222B-8F61-7CC1-AF3E-1B1B8047AB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3751"/>
              </p:ext>
            </p:extLst>
          </p:nvPr>
        </p:nvGraphicFramePr>
        <p:xfrm>
          <a:off x="483468" y="2049913"/>
          <a:ext cx="9997625" cy="4238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C92178-B239-AAAD-CF10-C0CD04C1BA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1003A-1258-C8AB-E292-CE0E5E612B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470A092-1714-41C7-F65B-D61A091F1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1093" y="1508760"/>
            <a:ext cx="1410090" cy="1410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4052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D881F-CA86-A4F1-802F-E64731BD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</a:t>
            </a:r>
            <a:br>
              <a:rPr lang="en-US" dirty="0"/>
            </a:br>
            <a:r>
              <a:rPr lang="en-US" dirty="0"/>
              <a:t>Concepts</a:t>
            </a:r>
          </a:p>
        </p:txBody>
      </p:sp>
    </p:spTree>
    <p:extLst>
      <p:ext uri="{BB962C8B-B14F-4D97-AF65-F5344CB8AC3E}">
        <p14:creationId xmlns:p14="http://schemas.microsoft.com/office/powerpoint/2010/main" val="900341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8BD3563-74C4-0E4D-FE4C-A2AA33C3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735" y="737649"/>
            <a:ext cx="8870656" cy="764982"/>
          </a:xfrm>
        </p:spPr>
        <p:txBody>
          <a:bodyPr/>
          <a:lstStyle/>
          <a:p>
            <a:r>
              <a:rPr lang="en-US"/>
              <a:t>Basic Example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914057-CF12-017E-B2D8-B25B6E3229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EF1DE-337F-5192-8762-CB5AF953805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A759763B-3F4A-F5ED-132E-30B5DEE636C5}"/>
              </a:ext>
            </a:extLst>
          </p:cNvPr>
          <p:cNvSpPr/>
          <p:nvPr/>
        </p:nvSpPr>
        <p:spPr>
          <a:xfrm>
            <a:off x="592116" y="3276313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</a:rPr>
              <a:t>word </a:t>
            </a:r>
            <a:endParaRPr lang="en-US" sz="130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E4A9C9D4-EFF6-CDBC-EBA8-716E27F37FB0}"/>
              </a:ext>
            </a:extLst>
          </p:cNvPr>
          <p:cNvSpPr/>
          <p:nvPr/>
        </p:nvSpPr>
        <p:spPr>
          <a:xfrm>
            <a:off x="592116" y="3669505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FE79D2C5-70DF-AAB1-0F53-B7F56BC6AB40}"/>
              </a:ext>
            </a:extLst>
          </p:cNvPr>
          <p:cNvSpPr/>
          <p:nvPr/>
        </p:nvSpPr>
        <p:spPr>
          <a:xfrm>
            <a:off x="592116" y="3669505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3A"/>
                </a:solidFill>
              </a:rPr>
              <a:t>p</a:t>
            </a:r>
            <a:endParaRPr lang="en-US" sz="1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1A9B58-C83D-E1C7-228F-1E1BFE6447DB}"/>
              </a:ext>
            </a:extLst>
          </p:cNvPr>
          <p:cNvSpPr/>
          <p:nvPr/>
        </p:nvSpPr>
        <p:spPr>
          <a:xfrm>
            <a:off x="592116" y="4263865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0</a:t>
            </a:r>
            <a:endParaRPr lang="en-US" sz="11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4E6F65D-CC4C-736F-F6BB-716E0C5A0EF0}"/>
              </a:ext>
            </a:extLst>
          </p:cNvPr>
          <p:cNvSpPr/>
          <p:nvPr/>
        </p:nvSpPr>
        <p:spPr>
          <a:xfrm>
            <a:off x="1305348" y="3669505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97702E9-0250-9F7C-F9E1-6F4738565AAC}"/>
              </a:ext>
            </a:extLst>
          </p:cNvPr>
          <p:cNvSpPr/>
          <p:nvPr/>
        </p:nvSpPr>
        <p:spPr>
          <a:xfrm>
            <a:off x="1305348" y="3669505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3A"/>
                </a:solidFill>
              </a:rPr>
              <a:t>y</a:t>
            </a:r>
            <a:endParaRPr lang="en-US" sz="18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584F449-BEAD-41FC-7F65-FB8983028E4A}"/>
              </a:ext>
            </a:extLst>
          </p:cNvPr>
          <p:cNvSpPr/>
          <p:nvPr/>
        </p:nvSpPr>
        <p:spPr>
          <a:xfrm>
            <a:off x="1305348" y="4263865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1</a:t>
            </a:r>
            <a:endParaRPr lang="en-US" sz="11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B2E2DA9-D6EC-E7DD-6A95-E092BB5540AA}"/>
              </a:ext>
            </a:extLst>
          </p:cNvPr>
          <p:cNvSpPr/>
          <p:nvPr/>
        </p:nvSpPr>
        <p:spPr>
          <a:xfrm>
            <a:off x="2731812" y="3669505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084ECDF-1561-8123-08AA-DFAD64F88A39}"/>
              </a:ext>
            </a:extLst>
          </p:cNvPr>
          <p:cNvSpPr/>
          <p:nvPr/>
        </p:nvSpPr>
        <p:spPr>
          <a:xfrm>
            <a:off x="2731812" y="3669505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3A"/>
                </a:solidFill>
              </a:rPr>
              <a:t>h</a:t>
            </a:r>
            <a:endParaRPr lang="en-US" sz="18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B3A0D51-AEFA-4481-56E4-FF08E18E8D23}"/>
              </a:ext>
            </a:extLst>
          </p:cNvPr>
          <p:cNvSpPr/>
          <p:nvPr/>
        </p:nvSpPr>
        <p:spPr>
          <a:xfrm>
            <a:off x="2731812" y="4263865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3</a:t>
            </a:r>
            <a:endParaRPr lang="en-US" sz="11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93D27AF8-3CDD-3155-3354-0F0ABEE25905}"/>
              </a:ext>
            </a:extLst>
          </p:cNvPr>
          <p:cNvSpPr/>
          <p:nvPr/>
        </p:nvSpPr>
        <p:spPr>
          <a:xfrm>
            <a:off x="3445044" y="3669505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81F7F6C-ADB2-7E92-398A-62BA7F6C896F}"/>
              </a:ext>
            </a:extLst>
          </p:cNvPr>
          <p:cNvSpPr/>
          <p:nvPr/>
        </p:nvSpPr>
        <p:spPr>
          <a:xfrm>
            <a:off x="3445044" y="3669505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3A"/>
                </a:solidFill>
              </a:rPr>
              <a:t>o</a:t>
            </a:r>
            <a:endParaRPr lang="en-US" sz="180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59BF6830-EB49-0FF4-535F-01677353DFAD}"/>
              </a:ext>
            </a:extLst>
          </p:cNvPr>
          <p:cNvSpPr/>
          <p:nvPr/>
        </p:nvSpPr>
        <p:spPr>
          <a:xfrm>
            <a:off x="3445044" y="4263865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4</a:t>
            </a:r>
            <a:endParaRPr lang="en-US" sz="1100"/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D190196E-D5AF-93E0-B4A4-3CEC4AA118C0}"/>
              </a:ext>
            </a:extLst>
          </p:cNvPr>
          <p:cNvSpPr/>
          <p:nvPr/>
        </p:nvSpPr>
        <p:spPr>
          <a:xfrm>
            <a:off x="4158276" y="3669505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B195CF31-548A-3967-1365-2060AC5451B5}"/>
              </a:ext>
            </a:extLst>
          </p:cNvPr>
          <p:cNvSpPr/>
          <p:nvPr/>
        </p:nvSpPr>
        <p:spPr>
          <a:xfrm>
            <a:off x="4158276" y="3669505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3A"/>
                </a:solidFill>
              </a:rPr>
              <a:t>n</a:t>
            </a:r>
            <a:endParaRPr lang="en-US" sz="180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EC412D83-7184-AE24-5FC9-D290202EB483}"/>
              </a:ext>
            </a:extLst>
          </p:cNvPr>
          <p:cNvSpPr/>
          <p:nvPr/>
        </p:nvSpPr>
        <p:spPr>
          <a:xfrm>
            <a:off x="4158276" y="4263865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5</a:t>
            </a:r>
            <a:endParaRPr lang="en-US" sz="1100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90C885CB-E8E0-00F1-C0D2-9FE1C7F874D5}"/>
              </a:ext>
            </a:extLst>
          </p:cNvPr>
          <p:cNvSpPr/>
          <p:nvPr/>
        </p:nvSpPr>
        <p:spPr>
          <a:xfrm>
            <a:off x="7027885" y="2160745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</a:rPr>
              <a:t>word[2]  — single character highlight</a:t>
            </a:r>
            <a:endParaRPr lang="en-US" sz="130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626F20ED-B4C5-010E-2D92-21FEC0EB6E01}"/>
              </a:ext>
            </a:extLst>
          </p:cNvPr>
          <p:cNvSpPr/>
          <p:nvPr/>
        </p:nvSpPr>
        <p:spPr>
          <a:xfrm>
            <a:off x="7027885" y="2553937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66AAA8CF-5163-C480-C7AD-E4FE167AFDEE}"/>
              </a:ext>
            </a:extLst>
          </p:cNvPr>
          <p:cNvSpPr/>
          <p:nvPr/>
        </p:nvSpPr>
        <p:spPr>
          <a:xfrm>
            <a:off x="7027885" y="2553937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3A"/>
                </a:solidFill>
              </a:rPr>
              <a:t>p</a:t>
            </a:r>
            <a:endParaRPr lang="en-US" sz="180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DF858395-2312-BC11-82CD-C9CE40672AC6}"/>
              </a:ext>
            </a:extLst>
          </p:cNvPr>
          <p:cNvSpPr/>
          <p:nvPr/>
        </p:nvSpPr>
        <p:spPr>
          <a:xfrm>
            <a:off x="7027885" y="3148297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0</a:t>
            </a:r>
            <a:endParaRPr lang="en-US" sz="1100"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B91BD622-A732-9A53-B8E1-50E9103047EA}"/>
              </a:ext>
            </a:extLst>
          </p:cNvPr>
          <p:cNvSpPr/>
          <p:nvPr/>
        </p:nvSpPr>
        <p:spPr>
          <a:xfrm>
            <a:off x="7741117" y="2553937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91F3BE18-88E6-C3F1-991C-77CF7A9D720E}"/>
              </a:ext>
            </a:extLst>
          </p:cNvPr>
          <p:cNvSpPr/>
          <p:nvPr/>
        </p:nvSpPr>
        <p:spPr>
          <a:xfrm>
            <a:off x="7741117" y="2553937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3A"/>
                </a:solidFill>
              </a:rPr>
              <a:t>y</a:t>
            </a:r>
            <a:endParaRPr lang="en-US" sz="1800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FE4CBA28-F46E-E889-CA1C-593BF1B9B056}"/>
              </a:ext>
            </a:extLst>
          </p:cNvPr>
          <p:cNvSpPr/>
          <p:nvPr/>
        </p:nvSpPr>
        <p:spPr>
          <a:xfrm>
            <a:off x="7741117" y="3148297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1</a:t>
            </a:r>
            <a:endParaRPr lang="en-US" sz="1100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7CB08E07-D2B8-804C-9242-E4B4A51E3A91}"/>
              </a:ext>
            </a:extLst>
          </p:cNvPr>
          <p:cNvSpPr/>
          <p:nvPr/>
        </p:nvSpPr>
        <p:spPr>
          <a:xfrm>
            <a:off x="8454349" y="2553937"/>
            <a:ext cx="603504" cy="566928"/>
          </a:xfrm>
          <a:prstGeom prst="rect">
            <a:avLst/>
          </a:prstGeom>
          <a:solidFill>
            <a:srgbClr val="E76F51"/>
          </a:solidFill>
          <a:ln w="254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54CE2094-8F08-FFB4-1BA9-F2732D142829}"/>
              </a:ext>
            </a:extLst>
          </p:cNvPr>
          <p:cNvSpPr/>
          <p:nvPr/>
        </p:nvSpPr>
        <p:spPr>
          <a:xfrm>
            <a:off x="8454349" y="2553937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t</a:t>
            </a:r>
            <a:endParaRPr lang="en-US" sz="1800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47D335DD-BD88-F893-2655-FBD81D37C5AC}"/>
              </a:ext>
            </a:extLst>
          </p:cNvPr>
          <p:cNvSpPr/>
          <p:nvPr/>
        </p:nvSpPr>
        <p:spPr>
          <a:xfrm>
            <a:off x="8454349" y="3148297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E76F51"/>
                </a:solidFill>
              </a:rPr>
              <a:t>2</a:t>
            </a:r>
            <a:endParaRPr lang="en-US" sz="1100"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677B03D6-8534-EDB9-23B0-ECE85E2F98C9}"/>
              </a:ext>
            </a:extLst>
          </p:cNvPr>
          <p:cNvSpPr/>
          <p:nvPr/>
        </p:nvSpPr>
        <p:spPr>
          <a:xfrm>
            <a:off x="9167581" y="2553937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21BB2D43-8FE8-4BE8-C46D-352F7D17D779}"/>
              </a:ext>
            </a:extLst>
          </p:cNvPr>
          <p:cNvSpPr/>
          <p:nvPr/>
        </p:nvSpPr>
        <p:spPr>
          <a:xfrm>
            <a:off x="9167581" y="2553937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3A"/>
                </a:solidFill>
              </a:rPr>
              <a:t>h</a:t>
            </a:r>
            <a:endParaRPr lang="en-US" sz="1800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18CA448F-265F-5B20-C2D0-C642C1F9867A}"/>
              </a:ext>
            </a:extLst>
          </p:cNvPr>
          <p:cNvSpPr/>
          <p:nvPr/>
        </p:nvSpPr>
        <p:spPr>
          <a:xfrm>
            <a:off x="9167581" y="3148297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3</a:t>
            </a:r>
            <a:endParaRPr lang="en-US" sz="1100"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A0DF7FAE-7464-09AB-E0F6-375F641C891D}"/>
              </a:ext>
            </a:extLst>
          </p:cNvPr>
          <p:cNvSpPr/>
          <p:nvPr/>
        </p:nvSpPr>
        <p:spPr>
          <a:xfrm>
            <a:off x="9880813" y="2553937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BCF56EEC-9DC5-EF06-3CD0-99FD2EB5BCAC}"/>
              </a:ext>
            </a:extLst>
          </p:cNvPr>
          <p:cNvSpPr/>
          <p:nvPr/>
        </p:nvSpPr>
        <p:spPr>
          <a:xfrm>
            <a:off x="9880813" y="2553937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3A"/>
                </a:solidFill>
              </a:rPr>
              <a:t>o</a:t>
            </a:r>
            <a:endParaRPr lang="en-US" sz="180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85AE0362-8E6A-4EC7-EC94-75D5EC58EC33}"/>
              </a:ext>
            </a:extLst>
          </p:cNvPr>
          <p:cNvSpPr/>
          <p:nvPr/>
        </p:nvSpPr>
        <p:spPr>
          <a:xfrm>
            <a:off x="9880813" y="3148297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4</a:t>
            </a:r>
            <a:endParaRPr lang="en-US" sz="1100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98E8F3C3-B011-EE01-6188-AA64B7618EC2}"/>
              </a:ext>
            </a:extLst>
          </p:cNvPr>
          <p:cNvSpPr/>
          <p:nvPr/>
        </p:nvSpPr>
        <p:spPr>
          <a:xfrm>
            <a:off x="10594045" y="2553937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0EE9B586-04B5-9DB9-A6F3-FC62789DE757}"/>
              </a:ext>
            </a:extLst>
          </p:cNvPr>
          <p:cNvSpPr/>
          <p:nvPr/>
        </p:nvSpPr>
        <p:spPr>
          <a:xfrm>
            <a:off x="10594045" y="2553937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3A"/>
                </a:solidFill>
              </a:rPr>
              <a:t>n</a:t>
            </a:r>
            <a:endParaRPr lang="en-US" sz="1800"/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BED533FA-FEE9-D975-F4A5-F01FE3E33028}"/>
              </a:ext>
            </a:extLst>
          </p:cNvPr>
          <p:cNvSpPr/>
          <p:nvPr/>
        </p:nvSpPr>
        <p:spPr>
          <a:xfrm>
            <a:off x="10594045" y="3148297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5</a:t>
            </a:r>
            <a:endParaRPr lang="en-US" sz="110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8A128F6F-CB07-C240-51EE-507828FE5FFF}"/>
              </a:ext>
            </a:extLst>
          </p:cNvPr>
          <p:cNvSpPr/>
          <p:nvPr/>
        </p:nvSpPr>
        <p:spPr>
          <a:xfrm>
            <a:off x="7027885" y="3413473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E76F51"/>
                </a:solidFill>
              </a:rPr>
              <a:t>→ Index 2 highlights</a:t>
            </a:r>
            <a:endParaRPr lang="en-US" sz="1100"/>
          </a:p>
        </p:txBody>
      </p:sp>
      <p:sp>
        <p:nvSpPr>
          <p:cNvPr id="56" name="Shape 6">
            <a:extLst>
              <a:ext uri="{FF2B5EF4-FFF2-40B4-BE49-F238E27FC236}">
                <a16:creationId xmlns:a16="http://schemas.microsoft.com/office/drawing/2014/main" id="{9510320C-80EC-6D92-4ADB-09492B86BF75}"/>
              </a:ext>
            </a:extLst>
          </p:cNvPr>
          <p:cNvSpPr/>
          <p:nvPr/>
        </p:nvSpPr>
        <p:spPr>
          <a:xfrm>
            <a:off x="2014726" y="3660107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02C1246B-B0B0-5AEF-D5E9-95EBE24C7F82}"/>
              </a:ext>
            </a:extLst>
          </p:cNvPr>
          <p:cNvSpPr/>
          <p:nvPr/>
        </p:nvSpPr>
        <p:spPr>
          <a:xfrm>
            <a:off x="2014726" y="3660107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/>
              <a:t>t</a:t>
            </a:r>
          </a:p>
        </p:txBody>
      </p:sp>
      <p:sp>
        <p:nvSpPr>
          <p:cNvPr id="58" name="Text 8">
            <a:extLst>
              <a:ext uri="{FF2B5EF4-FFF2-40B4-BE49-F238E27FC236}">
                <a16:creationId xmlns:a16="http://schemas.microsoft.com/office/drawing/2014/main" id="{A92A61BF-ECE8-C182-636E-12206B1535A8}"/>
              </a:ext>
            </a:extLst>
          </p:cNvPr>
          <p:cNvSpPr/>
          <p:nvPr/>
        </p:nvSpPr>
        <p:spPr>
          <a:xfrm>
            <a:off x="2014726" y="4254467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2</a:t>
            </a:r>
            <a:endParaRPr lang="en-US" sz="1100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42332040-0804-1360-4F8B-B82ADB9BD1D7}"/>
              </a:ext>
            </a:extLst>
          </p:cNvPr>
          <p:cNvSpPr/>
          <p:nvPr/>
        </p:nvSpPr>
        <p:spPr>
          <a:xfrm>
            <a:off x="7027885" y="4550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</a:rPr>
              <a:t>word[1:4]  — slice highlight</a:t>
            </a:r>
            <a:endParaRPr lang="en-US" sz="1300"/>
          </a:p>
        </p:txBody>
      </p:sp>
      <p:sp>
        <p:nvSpPr>
          <p:cNvPr id="61" name="Shape 23">
            <a:extLst>
              <a:ext uri="{FF2B5EF4-FFF2-40B4-BE49-F238E27FC236}">
                <a16:creationId xmlns:a16="http://schemas.microsoft.com/office/drawing/2014/main" id="{2B71FB4F-B150-13B1-245B-87A7573A75C3}"/>
              </a:ext>
            </a:extLst>
          </p:cNvPr>
          <p:cNvSpPr/>
          <p:nvPr/>
        </p:nvSpPr>
        <p:spPr>
          <a:xfrm>
            <a:off x="7027885" y="4943536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9AE9B304-96DB-F795-08A1-DF383FBF9F88}"/>
              </a:ext>
            </a:extLst>
          </p:cNvPr>
          <p:cNvSpPr/>
          <p:nvPr/>
        </p:nvSpPr>
        <p:spPr>
          <a:xfrm>
            <a:off x="7027885" y="494353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3A"/>
                </a:solidFill>
              </a:rPr>
              <a:t>p</a:t>
            </a:r>
            <a:endParaRPr lang="en-US" sz="1800"/>
          </a:p>
        </p:txBody>
      </p:sp>
      <p:sp>
        <p:nvSpPr>
          <p:cNvPr id="63" name="Text 25">
            <a:extLst>
              <a:ext uri="{FF2B5EF4-FFF2-40B4-BE49-F238E27FC236}">
                <a16:creationId xmlns:a16="http://schemas.microsoft.com/office/drawing/2014/main" id="{6CB12B2C-BC72-C4B4-5919-AAB3CE67CF24}"/>
              </a:ext>
            </a:extLst>
          </p:cNvPr>
          <p:cNvSpPr/>
          <p:nvPr/>
        </p:nvSpPr>
        <p:spPr>
          <a:xfrm>
            <a:off x="7027885" y="55378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0</a:t>
            </a:r>
            <a:endParaRPr lang="en-US" sz="1100"/>
          </a:p>
        </p:txBody>
      </p:sp>
      <p:sp>
        <p:nvSpPr>
          <p:cNvPr id="2048" name="Shape 26">
            <a:extLst>
              <a:ext uri="{FF2B5EF4-FFF2-40B4-BE49-F238E27FC236}">
                <a16:creationId xmlns:a16="http://schemas.microsoft.com/office/drawing/2014/main" id="{2757FEBB-04BA-F251-9A88-5AAFE37947DE}"/>
              </a:ext>
            </a:extLst>
          </p:cNvPr>
          <p:cNvSpPr/>
          <p:nvPr/>
        </p:nvSpPr>
        <p:spPr>
          <a:xfrm>
            <a:off x="7741117" y="4943536"/>
            <a:ext cx="603504" cy="566928"/>
          </a:xfrm>
          <a:prstGeom prst="rect">
            <a:avLst/>
          </a:prstGeom>
          <a:solidFill>
            <a:srgbClr val="028090"/>
          </a:solidFill>
          <a:ln w="25400">
            <a:solidFill>
              <a:srgbClr val="01607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49" name="Text 27">
            <a:extLst>
              <a:ext uri="{FF2B5EF4-FFF2-40B4-BE49-F238E27FC236}">
                <a16:creationId xmlns:a16="http://schemas.microsoft.com/office/drawing/2014/main" id="{D7AAFB50-4FDA-7622-A943-48FE981CAE5D}"/>
              </a:ext>
            </a:extLst>
          </p:cNvPr>
          <p:cNvSpPr/>
          <p:nvPr/>
        </p:nvSpPr>
        <p:spPr>
          <a:xfrm>
            <a:off x="7741117" y="494353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y</a:t>
            </a:r>
            <a:endParaRPr lang="en-US" sz="1800"/>
          </a:p>
        </p:txBody>
      </p:sp>
      <p:sp>
        <p:nvSpPr>
          <p:cNvPr id="2051" name="Text 28">
            <a:extLst>
              <a:ext uri="{FF2B5EF4-FFF2-40B4-BE49-F238E27FC236}">
                <a16:creationId xmlns:a16="http://schemas.microsoft.com/office/drawing/2014/main" id="{36272852-CD59-AFD8-FFA6-D0BB6E76F254}"/>
              </a:ext>
            </a:extLst>
          </p:cNvPr>
          <p:cNvSpPr/>
          <p:nvPr/>
        </p:nvSpPr>
        <p:spPr>
          <a:xfrm>
            <a:off x="7741117" y="55378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8090"/>
                </a:solidFill>
              </a:rPr>
              <a:t>1</a:t>
            </a:r>
            <a:endParaRPr lang="en-US" sz="1100"/>
          </a:p>
        </p:txBody>
      </p:sp>
      <p:sp>
        <p:nvSpPr>
          <p:cNvPr id="2052" name="Shape 29">
            <a:extLst>
              <a:ext uri="{FF2B5EF4-FFF2-40B4-BE49-F238E27FC236}">
                <a16:creationId xmlns:a16="http://schemas.microsoft.com/office/drawing/2014/main" id="{594841DC-2343-0496-8A48-D96E8B566531}"/>
              </a:ext>
            </a:extLst>
          </p:cNvPr>
          <p:cNvSpPr/>
          <p:nvPr/>
        </p:nvSpPr>
        <p:spPr>
          <a:xfrm>
            <a:off x="8454349" y="4943536"/>
            <a:ext cx="603504" cy="566928"/>
          </a:xfrm>
          <a:prstGeom prst="rect">
            <a:avLst/>
          </a:prstGeom>
          <a:solidFill>
            <a:srgbClr val="028090"/>
          </a:solidFill>
          <a:ln w="25400">
            <a:solidFill>
              <a:srgbClr val="01607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53" name="Text 30">
            <a:extLst>
              <a:ext uri="{FF2B5EF4-FFF2-40B4-BE49-F238E27FC236}">
                <a16:creationId xmlns:a16="http://schemas.microsoft.com/office/drawing/2014/main" id="{FE60C86D-9C3D-6C84-2649-E304D7A25FCE}"/>
              </a:ext>
            </a:extLst>
          </p:cNvPr>
          <p:cNvSpPr/>
          <p:nvPr/>
        </p:nvSpPr>
        <p:spPr>
          <a:xfrm>
            <a:off x="8454349" y="494353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t</a:t>
            </a:r>
            <a:endParaRPr lang="en-US" sz="1800"/>
          </a:p>
        </p:txBody>
      </p:sp>
      <p:sp>
        <p:nvSpPr>
          <p:cNvPr id="2054" name="Text 31">
            <a:extLst>
              <a:ext uri="{FF2B5EF4-FFF2-40B4-BE49-F238E27FC236}">
                <a16:creationId xmlns:a16="http://schemas.microsoft.com/office/drawing/2014/main" id="{3661DA01-55BA-A9B7-4168-12F2D65632DD}"/>
              </a:ext>
            </a:extLst>
          </p:cNvPr>
          <p:cNvSpPr/>
          <p:nvPr/>
        </p:nvSpPr>
        <p:spPr>
          <a:xfrm>
            <a:off x="8454349" y="55378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8090"/>
                </a:solidFill>
              </a:rPr>
              <a:t>2</a:t>
            </a:r>
            <a:endParaRPr lang="en-US" sz="1100"/>
          </a:p>
        </p:txBody>
      </p:sp>
      <p:sp>
        <p:nvSpPr>
          <p:cNvPr id="2055" name="Shape 32">
            <a:extLst>
              <a:ext uri="{FF2B5EF4-FFF2-40B4-BE49-F238E27FC236}">
                <a16:creationId xmlns:a16="http://schemas.microsoft.com/office/drawing/2014/main" id="{A1BC0E38-3D85-A969-1C73-E32B7CFA2B8E}"/>
              </a:ext>
            </a:extLst>
          </p:cNvPr>
          <p:cNvSpPr/>
          <p:nvPr/>
        </p:nvSpPr>
        <p:spPr>
          <a:xfrm>
            <a:off x="9167581" y="4943536"/>
            <a:ext cx="603504" cy="566928"/>
          </a:xfrm>
          <a:prstGeom prst="rect">
            <a:avLst/>
          </a:prstGeom>
          <a:solidFill>
            <a:srgbClr val="028090"/>
          </a:solidFill>
          <a:ln w="25400">
            <a:solidFill>
              <a:srgbClr val="01607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56" name="Text 33">
            <a:extLst>
              <a:ext uri="{FF2B5EF4-FFF2-40B4-BE49-F238E27FC236}">
                <a16:creationId xmlns:a16="http://schemas.microsoft.com/office/drawing/2014/main" id="{27DB1EFB-933F-EF19-577D-34AEDC25100F}"/>
              </a:ext>
            </a:extLst>
          </p:cNvPr>
          <p:cNvSpPr/>
          <p:nvPr/>
        </p:nvSpPr>
        <p:spPr>
          <a:xfrm>
            <a:off x="9167581" y="494353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h</a:t>
            </a:r>
            <a:endParaRPr lang="en-US" sz="1800"/>
          </a:p>
        </p:txBody>
      </p:sp>
      <p:sp>
        <p:nvSpPr>
          <p:cNvPr id="2057" name="Text 34">
            <a:extLst>
              <a:ext uri="{FF2B5EF4-FFF2-40B4-BE49-F238E27FC236}">
                <a16:creationId xmlns:a16="http://schemas.microsoft.com/office/drawing/2014/main" id="{7FA5E8CE-C59C-2211-D2A0-B40E19896E8C}"/>
              </a:ext>
            </a:extLst>
          </p:cNvPr>
          <p:cNvSpPr/>
          <p:nvPr/>
        </p:nvSpPr>
        <p:spPr>
          <a:xfrm>
            <a:off x="9167581" y="55378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8090"/>
                </a:solidFill>
              </a:rPr>
              <a:t>3</a:t>
            </a:r>
            <a:endParaRPr lang="en-US" sz="1100"/>
          </a:p>
        </p:txBody>
      </p:sp>
      <p:sp>
        <p:nvSpPr>
          <p:cNvPr id="2058" name="Shape 35">
            <a:extLst>
              <a:ext uri="{FF2B5EF4-FFF2-40B4-BE49-F238E27FC236}">
                <a16:creationId xmlns:a16="http://schemas.microsoft.com/office/drawing/2014/main" id="{66ECCBFA-8097-1F63-4F20-373C752A6C64}"/>
              </a:ext>
            </a:extLst>
          </p:cNvPr>
          <p:cNvSpPr/>
          <p:nvPr/>
        </p:nvSpPr>
        <p:spPr>
          <a:xfrm>
            <a:off x="9880813" y="4943536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59" name="Text 36">
            <a:extLst>
              <a:ext uri="{FF2B5EF4-FFF2-40B4-BE49-F238E27FC236}">
                <a16:creationId xmlns:a16="http://schemas.microsoft.com/office/drawing/2014/main" id="{1348E5D7-55F2-CCAC-EB76-886FF2FA573A}"/>
              </a:ext>
            </a:extLst>
          </p:cNvPr>
          <p:cNvSpPr/>
          <p:nvPr/>
        </p:nvSpPr>
        <p:spPr>
          <a:xfrm>
            <a:off x="9880813" y="494353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3A"/>
                </a:solidFill>
              </a:rPr>
              <a:t>o</a:t>
            </a:r>
            <a:endParaRPr lang="en-US" sz="1800"/>
          </a:p>
        </p:txBody>
      </p:sp>
      <p:sp>
        <p:nvSpPr>
          <p:cNvPr id="2060" name="Text 37">
            <a:extLst>
              <a:ext uri="{FF2B5EF4-FFF2-40B4-BE49-F238E27FC236}">
                <a16:creationId xmlns:a16="http://schemas.microsoft.com/office/drawing/2014/main" id="{A554CCF8-08A3-D03F-3311-9ECFFB3C620B}"/>
              </a:ext>
            </a:extLst>
          </p:cNvPr>
          <p:cNvSpPr/>
          <p:nvPr/>
        </p:nvSpPr>
        <p:spPr>
          <a:xfrm>
            <a:off x="9880813" y="55378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4</a:t>
            </a:r>
            <a:endParaRPr lang="en-US" sz="1100"/>
          </a:p>
        </p:txBody>
      </p:sp>
      <p:sp>
        <p:nvSpPr>
          <p:cNvPr id="2061" name="Shape 38">
            <a:extLst>
              <a:ext uri="{FF2B5EF4-FFF2-40B4-BE49-F238E27FC236}">
                <a16:creationId xmlns:a16="http://schemas.microsoft.com/office/drawing/2014/main" id="{73FC7A4B-6490-52C5-67B5-8B62994D0A9F}"/>
              </a:ext>
            </a:extLst>
          </p:cNvPr>
          <p:cNvSpPr/>
          <p:nvPr/>
        </p:nvSpPr>
        <p:spPr>
          <a:xfrm>
            <a:off x="10594045" y="4943536"/>
            <a:ext cx="6035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62" name="Text 39">
            <a:extLst>
              <a:ext uri="{FF2B5EF4-FFF2-40B4-BE49-F238E27FC236}">
                <a16:creationId xmlns:a16="http://schemas.microsoft.com/office/drawing/2014/main" id="{5650D654-E9E5-6F4A-8038-AA8BC4FC54DA}"/>
              </a:ext>
            </a:extLst>
          </p:cNvPr>
          <p:cNvSpPr/>
          <p:nvPr/>
        </p:nvSpPr>
        <p:spPr>
          <a:xfrm>
            <a:off x="10594045" y="494353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3A"/>
                </a:solidFill>
              </a:rPr>
              <a:t>n</a:t>
            </a:r>
            <a:endParaRPr lang="en-US" sz="1800"/>
          </a:p>
        </p:txBody>
      </p:sp>
      <p:sp>
        <p:nvSpPr>
          <p:cNvPr id="2063" name="Text 40">
            <a:extLst>
              <a:ext uri="{FF2B5EF4-FFF2-40B4-BE49-F238E27FC236}">
                <a16:creationId xmlns:a16="http://schemas.microsoft.com/office/drawing/2014/main" id="{39FA1628-7903-8454-CCCF-473C7C40C6CE}"/>
              </a:ext>
            </a:extLst>
          </p:cNvPr>
          <p:cNvSpPr/>
          <p:nvPr/>
        </p:nvSpPr>
        <p:spPr>
          <a:xfrm>
            <a:off x="10594045" y="55378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</a:rPr>
              <a:t>5</a:t>
            </a:r>
            <a:endParaRPr lang="en-US" sz="1100"/>
          </a:p>
        </p:txBody>
      </p:sp>
      <p:sp>
        <p:nvSpPr>
          <p:cNvPr id="2064" name="Text 41">
            <a:extLst>
              <a:ext uri="{FF2B5EF4-FFF2-40B4-BE49-F238E27FC236}">
                <a16:creationId xmlns:a16="http://schemas.microsoft.com/office/drawing/2014/main" id="{EE581216-1A81-1BC6-A52C-25EA53D990CD}"/>
              </a:ext>
            </a:extLst>
          </p:cNvPr>
          <p:cNvSpPr/>
          <p:nvPr/>
        </p:nvSpPr>
        <p:spPr>
          <a:xfrm>
            <a:off x="7027885" y="581221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028090"/>
                </a:solidFill>
              </a:rPr>
              <a:t>→ Boxes 1, 2, 3 highlight  |  Box 4 remains unhighlighted (exclusive end bound)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993492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0871C7-54DD-3399-548D-749C88741E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4EE2B-8B4A-32E4-1E68-0094C3D1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Live Code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EC371-F1C8-A7D0-97D1-816791FB8A2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7E8D33-763D-459C-8324-984F1D366105}"/>
              </a:ext>
            </a:extLst>
          </p:cNvPr>
          <p:cNvSpPr/>
          <p:nvPr/>
        </p:nvSpPr>
        <p:spPr>
          <a:xfrm>
            <a:off x="762000" y="1905000"/>
            <a:ext cx="3556000" cy="1651000"/>
          </a:xfrm>
          <a:prstGeom prst="roundRect">
            <a:avLst/>
          </a:prstGeom>
          <a:solidFill>
            <a:srgbClr val="231F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DFF0B-E50E-4A40-A214-6995E38F1372}"/>
              </a:ext>
            </a:extLst>
          </p:cNvPr>
          <p:cNvSpPr txBox="1"/>
          <p:nvPr/>
        </p:nvSpPr>
        <p:spPr>
          <a:xfrm>
            <a:off x="889000" y="2006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000" b="1">
                <a:solidFill>
                  <a:srgbClr val="FFD23F"/>
                </a:solidFill>
                <a:latin typeface="Consolas"/>
              </a:rPr>
              <a:t>INPUT  ·  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5250AA-26D4-4072-984E-B4CABD80640A}"/>
              </a:ext>
            </a:extLst>
          </p:cNvPr>
          <p:cNvSpPr txBox="1"/>
          <p:nvPr/>
        </p:nvSpPr>
        <p:spPr>
          <a:xfrm>
            <a:off x="889000" y="2286000"/>
            <a:ext cx="3302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Consolas"/>
              </a:rPr>
              <a:t>s = "HELLO"
print(s[1])</a:t>
            </a:r>
            <a:endParaRPr lang="en-ZA" b="1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3448E50-4F6F-475C-BDB3-B66687755022}"/>
              </a:ext>
            </a:extLst>
          </p:cNvPr>
          <p:cNvSpPr/>
          <p:nvPr/>
        </p:nvSpPr>
        <p:spPr>
          <a:xfrm>
            <a:off x="4445000" y="2540000"/>
            <a:ext cx="635000" cy="381000"/>
          </a:xfrm>
          <a:prstGeom prst="rightArrow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9F33A3-0228-45DA-9BB2-BFE6553F7FC5}"/>
              </a:ext>
            </a:extLst>
          </p:cNvPr>
          <p:cNvSpPr/>
          <p:nvPr/>
        </p:nvSpPr>
        <p:spPr>
          <a:xfrm>
            <a:off x="5207000" y="1905000"/>
            <a:ext cx="6223000" cy="1651000"/>
          </a:xfrm>
          <a:prstGeom prst="round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133F2D-8A95-4D9C-9AEA-38A732A33AA2}"/>
              </a:ext>
            </a:extLst>
          </p:cNvPr>
          <p:cNvSpPr txBox="1"/>
          <p:nvPr/>
        </p:nvSpPr>
        <p:spPr>
          <a:xfrm>
            <a:off x="5334000" y="2006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000" b="1">
                <a:solidFill>
                  <a:srgbClr val="D8030F"/>
                </a:solidFill>
                <a:latin typeface="Arial Black"/>
              </a:rPr>
              <a:t>OUTPUT  ·  Visualiser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9335AD-A2EE-484D-BE0B-1D7336B32F61}"/>
              </a:ext>
            </a:extLst>
          </p:cNvPr>
          <p:cNvSpPr/>
          <p:nvPr/>
        </p:nvSpPr>
        <p:spPr>
          <a:xfrm>
            <a:off x="5461000" y="2476500"/>
            <a:ext cx="609600" cy="6096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31F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2200" b="1">
                <a:solidFill>
                  <a:srgbClr val="231F20"/>
                </a:solidFill>
                <a:latin typeface="Arial Black"/>
              </a:rPr>
              <a:t>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BD25CA-9944-4A81-BDED-6CDE44F8C3F0}"/>
              </a:ext>
            </a:extLst>
          </p:cNvPr>
          <p:cNvSpPr txBox="1"/>
          <p:nvPr/>
        </p:nvSpPr>
        <p:spPr>
          <a:xfrm>
            <a:off x="5461000" y="3124200"/>
            <a:ext cx="609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100" b="1">
                <a:solidFill>
                  <a:srgbClr val="888888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9D1A77-875F-403C-AFA8-A64CF4AE1754}"/>
              </a:ext>
            </a:extLst>
          </p:cNvPr>
          <p:cNvSpPr/>
          <p:nvPr/>
        </p:nvSpPr>
        <p:spPr>
          <a:xfrm>
            <a:off x="6121400" y="2476500"/>
            <a:ext cx="609600" cy="609600"/>
          </a:xfrm>
          <a:prstGeom prst="rect">
            <a:avLst/>
          </a:prstGeom>
          <a:solidFill>
            <a:srgbClr val="D8030F"/>
          </a:solidFill>
          <a:ln w="19050" cap="flat" cmpd="sng" algn="ctr">
            <a:solidFill>
              <a:srgbClr val="231F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2200" b="1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032D63-DC29-495E-9828-86A9C5B8E87E}"/>
              </a:ext>
            </a:extLst>
          </p:cNvPr>
          <p:cNvSpPr txBox="1"/>
          <p:nvPr/>
        </p:nvSpPr>
        <p:spPr>
          <a:xfrm>
            <a:off x="6121400" y="3124200"/>
            <a:ext cx="609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100" b="1">
                <a:solidFill>
                  <a:srgbClr val="D8030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E28DB3-3B17-4B68-8C0A-BC5D4AA1B465}"/>
              </a:ext>
            </a:extLst>
          </p:cNvPr>
          <p:cNvSpPr/>
          <p:nvPr/>
        </p:nvSpPr>
        <p:spPr>
          <a:xfrm>
            <a:off x="6781800" y="2476500"/>
            <a:ext cx="609600" cy="6096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31F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2200" b="1">
                <a:solidFill>
                  <a:srgbClr val="231F20"/>
                </a:solidFill>
                <a:latin typeface="Arial Black"/>
              </a:rPr>
              <a:t>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6CBFC3-F8B9-4B5C-9231-A364B784C341}"/>
              </a:ext>
            </a:extLst>
          </p:cNvPr>
          <p:cNvSpPr txBox="1"/>
          <p:nvPr/>
        </p:nvSpPr>
        <p:spPr>
          <a:xfrm>
            <a:off x="6781800" y="3124200"/>
            <a:ext cx="609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100" b="1">
                <a:solidFill>
                  <a:srgbClr val="888888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FFB1FC-20DF-44B2-B168-1606C78F257B}"/>
              </a:ext>
            </a:extLst>
          </p:cNvPr>
          <p:cNvSpPr/>
          <p:nvPr/>
        </p:nvSpPr>
        <p:spPr>
          <a:xfrm>
            <a:off x="7442200" y="2476500"/>
            <a:ext cx="609600" cy="6096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31F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2200" b="1">
                <a:solidFill>
                  <a:srgbClr val="231F20"/>
                </a:solidFill>
                <a:latin typeface="Arial Black"/>
              </a:rPr>
              <a:t>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117D5E-5107-4A0D-9C0E-C2F47A793455}"/>
              </a:ext>
            </a:extLst>
          </p:cNvPr>
          <p:cNvSpPr txBox="1"/>
          <p:nvPr/>
        </p:nvSpPr>
        <p:spPr>
          <a:xfrm>
            <a:off x="7442200" y="3124200"/>
            <a:ext cx="609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100" b="1">
                <a:solidFill>
                  <a:srgbClr val="888888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86683F-3199-4F4C-8A44-58DCFD94BF83}"/>
              </a:ext>
            </a:extLst>
          </p:cNvPr>
          <p:cNvSpPr/>
          <p:nvPr/>
        </p:nvSpPr>
        <p:spPr>
          <a:xfrm>
            <a:off x="8102600" y="2476500"/>
            <a:ext cx="609600" cy="6096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31F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2200" b="1">
                <a:solidFill>
                  <a:srgbClr val="231F20"/>
                </a:solidFill>
                <a:latin typeface="Arial Black"/>
              </a:rPr>
              <a:t>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29B2C5-BD66-4FE3-BFF3-E066BC67B954}"/>
              </a:ext>
            </a:extLst>
          </p:cNvPr>
          <p:cNvSpPr txBox="1"/>
          <p:nvPr/>
        </p:nvSpPr>
        <p:spPr>
          <a:xfrm>
            <a:off x="8102600" y="3124200"/>
            <a:ext cx="609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100" b="1">
                <a:solidFill>
                  <a:srgbClr val="888888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4A0A85-8213-4DAC-A1FD-5CED79990835}"/>
              </a:ext>
            </a:extLst>
          </p:cNvPr>
          <p:cNvSpPr txBox="1"/>
          <p:nvPr/>
        </p:nvSpPr>
        <p:spPr>
          <a:xfrm>
            <a:off x="8890000" y="25400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b="1">
                <a:solidFill>
                  <a:srgbClr val="D8030F"/>
                </a:solidFill>
                <a:latin typeface="Consolas"/>
              </a:rPr>
              <a:t>Result: "E"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D426762-1D33-4D72-8088-06480A8FF698}"/>
              </a:ext>
            </a:extLst>
          </p:cNvPr>
          <p:cNvSpPr/>
          <p:nvPr/>
        </p:nvSpPr>
        <p:spPr>
          <a:xfrm>
            <a:off x="673100" y="4318000"/>
            <a:ext cx="2540000" cy="1651000"/>
          </a:xfrm>
          <a:prstGeom prst="roundRect">
            <a:avLst/>
          </a:prstGeom>
          <a:solidFill>
            <a:srgbClr val="231F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B94CBE2-4AED-4F7C-852B-7C7A3FC0DFFF}"/>
              </a:ext>
            </a:extLst>
          </p:cNvPr>
          <p:cNvSpPr/>
          <p:nvPr/>
        </p:nvSpPr>
        <p:spPr>
          <a:xfrm>
            <a:off x="825500" y="4470400"/>
            <a:ext cx="457200" cy="457200"/>
          </a:xfrm>
          <a:prstGeom prst="ellipse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EA2C6-0144-4061-AC87-E0922A0F8217}"/>
              </a:ext>
            </a:extLst>
          </p:cNvPr>
          <p:cNvSpPr txBox="1"/>
          <p:nvPr/>
        </p:nvSpPr>
        <p:spPr>
          <a:xfrm>
            <a:off x="1384300" y="4521200"/>
            <a:ext cx="17272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b="1">
                <a:solidFill>
                  <a:srgbClr val="FFD23F"/>
                </a:solidFill>
                <a:latin typeface="Arial Black"/>
              </a:rPr>
              <a:t>Receive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7258BF-F251-409D-9A03-E9085AB26681}"/>
              </a:ext>
            </a:extLst>
          </p:cNvPr>
          <p:cNvSpPr txBox="1"/>
          <p:nvPr/>
        </p:nvSpPr>
        <p:spPr>
          <a:xfrm>
            <a:off x="850900" y="5080000"/>
            <a:ext cx="22352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400" b="1">
                <a:solidFill>
                  <a:srgbClr val="FFFFFF"/>
                </a:solidFill>
                <a:latin typeface="Arial Black"/>
              </a:rPr>
              <a:t>Code POSTed
to Flask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058892C-C162-4C14-B82F-643D86D6DCD4}"/>
              </a:ext>
            </a:extLst>
          </p:cNvPr>
          <p:cNvSpPr/>
          <p:nvPr/>
        </p:nvSpPr>
        <p:spPr>
          <a:xfrm>
            <a:off x="3225800" y="4953000"/>
            <a:ext cx="203200" cy="381000"/>
          </a:xfrm>
          <a:prstGeom prst="rightArrow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600591D-3332-4001-AD95-2FA25EDB3E61}"/>
              </a:ext>
            </a:extLst>
          </p:cNvPr>
          <p:cNvSpPr/>
          <p:nvPr/>
        </p:nvSpPr>
        <p:spPr>
          <a:xfrm>
            <a:off x="3441700" y="4318000"/>
            <a:ext cx="2540000" cy="1651000"/>
          </a:xfrm>
          <a:prstGeom prst="roundRect">
            <a:avLst/>
          </a:prstGeom>
          <a:solidFill>
            <a:srgbClr val="231F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67A205D-008A-44AD-A46E-FA1B778430A8}"/>
              </a:ext>
            </a:extLst>
          </p:cNvPr>
          <p:cNvSpPr/>
          <p:nvPr/>
        </p:nvSpPr>
        <p:spPr>
          <a:xfrm>
            <a:off x="3594100" y="4470400"/>
            <a:ext cx="457200" cy="457200"/>
          </a:xfrm>
          <a:prstGeom prst="ellipse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707003-81FC-4BB4-AD50-C6397A1C5158}"/>
              </a:ext>
            </a:extLst>
          </p:cNvPr>
          <p:cNvSpPr txBox="1"/>
          <p:nvPr/>
        </p:nvSpPr>
        <p:spPr>
          <a:xfrm>
            <a:off x="4152900" y="4521200"/>
            <a:ext cx="17272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b="1">
                <a:solidFill>
                  <a:srgbClr val="FFD23F"/>
                </a:solidFill>
                <a:latin typeface="Arial Black"/>
              </a:rPr>
              <a:t>Parse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951F29-6FF1-427C-98BC-0023FE9FA8AC}"/>
              </a:ext>
            </a:extLst>
          </p:cNvPr>
          <p:cNvSpPr txBox="1"/>
          <p:nvPr/>
        </p:nvSpPr>
        <p:spPr>
          <a:xfrm>
            <a:off x="3619500" y="5080000"/>
            <a:ext cx="22352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400" b="1">
                <a:solidFill>
                  <a:srgbClr val="FFFFFF"/>
                </a:solidFill>
                <a:latin typeface="Arial Black"/>
              </a:rPr>
              <a:t>Python AST
validates code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382E6C38-B4B5-462A-B1F1-305E8B8929A4}"/>
              </a:ext>
            </a:extLst>
          </p:cNvPr>
          <p:cNvSpPr/>
          <p:nvPr/>
        </p:nvSpPr>
        <p:spPr>
          <a:xfrm>
            <a:off x="5994400" y="4953000"/>
            <a:ext cx="203200" cy="381000"/>
          </a:xfrm>
          <a:prstGeom prst="rightArrow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1A60290-7475-476E-8981-2F99C9A2FA74}"/>
              </a:ext>
            </a:extLst>
          </p:cNvPr>
          <p:cNvSpPr/>
          <p:nvPr/>
        </p:nvSpPr>
        <p:spPr>
          <a:xfrm>
            <a:off x="6210300" y="4318000"/>
            <a:ext cx="2540000" cy="1651000"/>
          </a:xfrm>
          <a:prstGeom prst="roundRect">
            <a:avLst/>
          </a:prstGeom>
          <a:solidFill>
            <a:srgbClr val="231F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4E6FC19-432A-4069-B7DA-3B821B2A8AAC}"/>
              </a:ext>
            </a:extLst>
          </p:cNvPr>
          <p:cNvSpPr/>
          <p:nvPr/>
        </p:nvSpPr>
        <p:spPr>
          <a:xfrm>
            <a:off x="6362700" y="4470400"/>
            <a:ext cx="457200" cy="457200"/>
          </a:xfrm>
          <a:prstGeom prst="ellipse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3E768D-8007-41DF-8CA7-E5A977C61882}"/>
              </a:ext>
            </a:extLst>
          </p:cNvPr>
          <p:cNvSpPr txBox="1"/>
          <p:nvPr/>
        </p:nvSpPr>
        <p:spPr>
          <a:xfrm>
            <a:off x="6921500" y="4521200"/>
            <a:ext cx="17272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b="1">
                <a:solidFill>
                  <a:srgbClr val="FFD23F"/>
                </a:solidFill>
                <a:latin typeface="Arial Black"/>
              </a:rPr>
              <a:t>Sandbox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44EE41-0880-4C4B-9D04-ABFD1E7B1312}"/>
              </a:ext>
            </a:extLst>
          </p:cNvPr>
          <p:cNvSpPr txBox="1"/>
          <p:nvPr/>
        </p:nvSpPr>
        <p:spPr>
          <a:xfrm>
            <a:off x="6388100" y="5080000"/>
            <a:ext cx="22352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 Black"/>
              </a:rPr>
              <a:t>Subprocess runs
with CPU/mem limits</a:t>
            </a:r>
            <a:endParaRPr lang="en-ZA" sz="14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7B39DA0-0766-4A04-9BD7-A861C86C3DBC}"/>
              </a:ext>
            </a:extLst>
          </p:cNvPr>
          <p:cNvSpPr/>
          <p:nvPr/>
        </p:nvSpPr>
        <p:spPr>
          <a:xfrm>
            <a:off x="8763000" y="4953000"/>
            <a:ext cx="203200" cy="381000"/>
          </a:xfrm>
          <a:prstGeom prst="rightArrow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D31F7BB-DCD5-438E-A3F6-F5BDCBBB52FA}"/>
              </a:ext>
            </a:extLst>
          </p:cNvPr>
          <p:cNvSpPr/>
          <p:nvPr/>
        </p:nvSpPr>
        <p:spPr>
          <a:xfrm>
            <a:off x="8978900" y="4318000"/>
            <a:ext cx="2540000" cy="1651000"/>
          </a:xfrm>
          <a:prstGeom prst="roundRect">
            <a:avLst/>
          </a:prstGeom>
          <a:solidFill>
            <a:srgbClr val="231F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34060CD-677C-4CFA-8C10-058208811DE6}"/>
              </a:ext>
            </a:extLst>
          </p:cNvPr>
          <p:cNvSpPr/>
          <p:nvPr/>
        </p:nvSpPr>
        <p:spPr>
          <a:xfrm>
            <a:off x="9131300" y="4470400"/>
            <a:ext cx="457200" cy="457200"/>
          </a:xfrm>
          <a:prstGeom prst="ellipse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5CA36D-7C55-4EBC-B5E1-50167F246B56}"/>
              </a:ext>
            </a:extLst>
          </p:cNvPr>
          <p:cNvSpPr txBox="1"/>
          <p:nvPr/>
        </p:nvSpPr>
        <p:spPr>
          <a:xfrm>
            <a:off x="9690100" y="4521200"/>
            <a:ext cx="17272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b="1">
                <a:solidFill>
                  <a:srgbClr val="FFD23F"/>
                </a:solidFill>
                <a:latin typeface="Arial Black"/>
              </a:rPr>
              <a:t>Visualise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43C61C-7942-4455-B167-53DA3766DF81}"/>
              </a:ext>
            </a:extLst>
          </p:cNvPr>
          <p:cNvSpPr txBox="1"/>
          <p:nvPr/>
        </p:nvSpPr>
        <p:spPr>
          <a:xfrm>
            <a:off x="9156700" y="5080000"/>
            <a:ext cx="22352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400" b="1">
                <a:solidFill>
                  <a:srgbClr val="FFFFFF"/>
                </a:solidFill>
                <a:latin typeface="Arial Black"/>
              </a:rPr>
              <a:t>Returns JSON
string state</a:t>
            </a:r>
          </a:p>
        </p:txBody>
      </p:sp>
    </p:spTree>
    <p:extLst>
      <p:ext uri="{BB962C8B-B14F-4D97-AF65-F5344CB8AC3E}">
        <p14:creationId xmlns:p14="http://schemas.microsoft.com/office/powerpoint/2010/main" val="1783681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4D65A6-DC98-27AB-B9E9-1E4BBBA147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BFC6E6-FE26-B270-5D61-EDDFBC79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Learning 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87790-2B87-381B-17C8-D8226529456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ACA521-4375-4D0D-866E-D66FECEB138F}"/>
              </a:ext>
            </a:extLst>
          </p:cNvPr>
          <p:cNvSpPr/>
          <p:nvPr/>
        </p:nvSpPr>
        <p:spPr>
          <a:xfrm>
            <a:off x="762000" y="1841500"/>
            <a:ext cx="5080000" cy="444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E80FB2-6629-4124-9EC8-206E52CCE0A7}"/>
              </a:ext>
            </a:extLst>
          </p:cNvPr>
          <p:cNvSpPr/>
          <p:nvPr/>
        </p:nvSpPr>
        <p:spPr>
          <a:xfrm>
            <a:off x="990600" y="2032000"/>
            <a:ext cx="2286000" cy="279400"/>
          </a:xfrm>
          <a:prstGeom prst="roundRect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1000" b="1">
                <a:solidFill>
                  <a:srgbClr val="FFFFFF"/>
                </a:solidFill>
                <a:latin typeface="Arial Black"/>
              </a:rPr>
              <a:t>MODULE 2 · IMMUTABILITY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EC33C7-2101-47C4-86D8-8597E95928AA}"/>
              </a:ext>
            </a:extLst>
          </p:cNvPr>
          <p:cNvSpPr txBox="1"/>
          <p:nvPr/>
        </p:nvSpPr>
        <p:spPr>
          <a:xfrm>
            <a:off x="990600" y="2438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31F20"/>
                </a:solidFill>
                <a:latin typeface="Arial Black"/>
              </a:rPr>
              <a:t>What is printed by the code below?</a:t>
            </a:r>
            <a:endParaRPr lang="en-ZA" sz="1600" b="1">
              <a:solidFill>
                <a:srgbClr val="231F20"/>
              </a:solidFill>
              <a:latin typeface="Arial Black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651681-0913-45C2-84D9-9D5DADDE5EDD}"/>
              </a:ext>
            </a:extLst>
          </p:cNvPr>
          <p:cNvSpPr/>
          <p:nvPr/>
        </p:nvSpPr>
        <p:spPr>
          <a:xfrm>
            <a:off x="990600" y="2819400"/>
            <a:ext cx="4622800" cy="812800"/>
          </a:xfrm>
          <a:prstGeom prst="rect">
            <a:avLst/>
          </a:prstGeom>
          <a:solidFill>
            <a:srgbClr val="231F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D3BA3B-F37D-49D1-AAE0-ACCC6FA0055C}"/>
              </a:ext>
            </a:extLst>
          </p:cNvPr>
          <p:cNvSpPr txBox="1"/>
          <p:nvPr/>
        </p:nvSpPr>
        <p:spPr>
          <a:xfrm>
            <a:off x="1143000" y="2895600"/>
            <a:ext cx="4318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onsolas"/>
              </a:rPr>
              <a:t>s = "cat"
s[0] = "b"
print(s)</a:t>
            </a:r>
            <a:endParaRPr lang="en-ZA" sz="14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68346F-6324-441E-A6C7-B8255334B3B9}"/>
              </a:ext>
            </a:extLst>
          </p:cNvPr>
          <p:cNvSpPr/>
          <p:nvPr/>
        </p:nvSpPr>
        <p:spPr>
          <a:xfrm>
            <a:off x="990600" y="3759200"/>
            <a:ext cx="4622800" cy="431800"/>
          </a:xfrm>
          <a:prstGeom prst="roundRect">
            <a:avLst/>
          </a:prstGeom>
          <a:solidFill>
            <a:srgbClr val="FCE4E6"/>
          </a:solidFill>
          <a:ln w="19050" cap="flat" cmpd="sng" algn="ctr">
            <a:solidFill>
              <a:srgbClr val="D8030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2D9C70A-6DC0-4A75-83FB-83DDF04027AA}"/>
              </a:ext>
            </a:extLst>
          </p:cNvPr>
          <p:cNvSpPr/>
          <p:nvPr/>
        </p:nvSpPr>
        <p:spPr>
          <a:xfrm>
            <a:off x="1092200" y="3822700"/>
            <a:ext cx="304800" cy="304800"/>
          </a:xfrm>
          <a:prstGeom prst="ellipse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1100" b="1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EE36BE-C9BC-4066-8B0C-CFCC6EFF48DE}"/>
              </a:ext>
            </a:extLst>
          </p:cNvPr>
          <p:cNvSpPr txBox="1"/>
          <p:nvPr/>
        </p:nvSpPr>
        <p:spPr>
          <a:xfrm>
            <a:off x="1549400" y="38481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400" b="1">
                <a:solidFill>
                  <a:srgbClr val="231F20"/>
                </a:solidFill>
                <a:latin typeface="Consolas"/>
              </a:rPr>
              <a:t>"bat"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627A91-5557-4824-9EBB-9851257792ED}"/>
              </a:ext>
            </a:extLst>
          </p:cNvPr>
          <p:cNvSpPr txBox="1"/>
          <p:nvPr/>
        </p:nvSpPr>
        <p:spPr>
          <a:xfrm>
            <a:off x="5207000" y="38227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600" b="1">
                <a:solidFill>
                  <a:srgbClr val="D8030F"/>
                </a:solidFill>
                <a:latin typeface="Arial Black"/>
              </a:rPr>
              <a:t>✕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A2CA69-4015-4631-9A14-52CFF68EB3BB}"/>
              </a:ext>
            </a:extLst>
          </p:cNvPr>
          <p:cNvSpPr/>
          <p:nvPr/>
        </p:nvSpPr>
        <p:spPr>
          <a:xfrm>
            <a:off x="990600" y="4292600"/>
            <a:ext cx="4622800" cy="431800"/>
          </a:xfrm>
          <a:prstGeom prst="roundRect">
            <a:avLst/>
          </a:prstGeom>
          <a:solidFill>
            <a:srgbClr val="F5F5F5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96FBC92-53A3-4831-A2F0-52B3BECD42DE}"/>
              </a:ext>
            </a:extLst>
          </p:cNvPr>
          <p:cNvSpPr/>
          <p:nvPr/>
        </p:nvSpPr>
        <p:spPr>
          <a:xfrm>
            <a:off x="1092200" y="4356100"/>
            <a:ext cx="304800" cy="304800"/>
          </a:xfrm>
          <a:prstGeom prst="ellipse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1100" b="1">
                <a:solidFill>
                  <a:srgbClr val="FFFFFF"/>
                </a:solidFill>
                <a:latin typeface="Arial Black"/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42083A-BDE1-4BA1-82ED-7336CD5C8C27}"/>
              </a:ext>
            </a:extLst>
          </p:cNvPr>
          <p:cNvSpPr txBox="1"/>
          <p:nvPr/>
        </p:nvSpPr>
        <p:spPr>
          <a:xfrm>
            <a:off x="1549400" y="43815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400" b="1">
                <a:solidFill>
                  <a:srgbClr val="231F20"/>
                </a:solidFill>
                <a:latin typeface="Consolas"/>
              </a:rPr>
              <a:t>"cat"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A9C045-FFE0-4D5E-B8C3-65C164CA2AC1}"/>
              </a:ext>
            </a:extLst>
          </p:cNvPr>
          <p:cNvSpPr/>
          <p:nvPr/>
        </p:nvSpPr>
        <p:spPr>
          <a:xfrm>
            <a:off x="990600" y="4826000"/>
            <a:ext cx="4622800" cy="431800"/>
          </a:xfrm>
          <a:prstGeom prst="roundRect">
            <a:avLst/>
          </a:prstGeom>
          <a:solidFill>
            <a:srgbClr val="E4F4EC"/>
          </a:solidFill>
          <a:ln w="19050" cap="flat" cmpd="sng" algn="ctr">
            <a:solidFill>
              <a:srgbClr val="2E8B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1605A8-137A-4C33-8DB7-9F26869470E3}"/>
              </a:ext>
            </a:extLst>
          </p:cNvPr>
          <p:cNvSpPr/>
          <p:nvPr/>
        </p:nvSpPr>
        <p:spPr>
          <a:xfrm>
            <a:off x="1092200" y="4889500"/>
            <a:ext cx="304800" cy="304800"/>
          </a:xfrm>
          <a:prstGeom prst="ellipse">
            <a:avLst/>
          </a:prstGeom>
          <a:solidFill>
            <a:srgbClr val="2E8B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1100" b="1">
                <a:solidFill>
                  <a:srgbClr val="FFFFFF"/>
                </a:solidFill>
                <a:latin typeface="Arial Black"/>
              </a:rPr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F20BF1-0BDA-4229-8E9A-89705969A6F3}"/>
              </a:ext>
            </a:extLst>
          </p:cNvPr>
          <p:cNvSpPr txBox="1"/>
          <p:nvPr/>
        </p:nvSpPr>
        <p:spPr>
          <a:xfrm>
            <a:off x="1549400" y="49149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400" b="1">
                <a:solidFill>
                  <a:srgbClr val="231F20"/>
                </a:solidFill>
                <a:latin typeface="Consolas"/>
              </a:rPr>
              <a:t>TypeError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4A80A4-0887-4337-B2E9-594E4DE69DEF}"/>
              </a:ext>
            </a:extLst>
          </p:cNvPr>
          <p:cNvSpPr txBox="1"/>
          <p:nvPr/>
        </p:nvSpPr>
        <p:spPr>
          <a:xfrm>
            <a:off x="5207000" y="48895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600" b="1">
                <a:solidFill>
                  <a:srgbClr val="2E8B57"/>
                </a:solidFill>
                <a:latin typeface="Arial Black"/>
              </a:rPr>
              <a:t>✓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C6F9AC2-213F-4100-93D3-AC8B6D17058F}"/>
              </a:ext>
            </a:extLst>
          </p:cNvPr>
          <p:cNvSpPr/>
          <p:nvPr/>
        </p:nvSpPr>
        <p:spPr>
          <a:xfrm>
            <a:off x="990600" y="5359400"/>
            <a:ext cx="4622800" cy="431800"/>
          </a:xfrm>
          <a:prstGeom prst="roundRect">
            <a:avLst/>
          </a:prstGeom>
          <a:solidFill>
            <a:srgbClr val="F5F5F5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FC714A-C175-4DB5-9D7F-697016FE879C}"/>
              </a:ext>
            </a:extLst>
          </p:cNvPr>
          <p:cNvSpPr/>
          <p:nvPr/>
        </p:nvSpPr>
        <p:spPr>
          <a:xfrm>
            <a:off x="1092200" y="5422900"/>
            <a:ext cx="304800" cy="304800"/>
          </a:xfrm>
          <a:prstGeom prst="ellipse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1100" b="1">
                <a:solidFill>
                  <a:srgbClr val="FFFFFF"/>
                </a:solidFill>
                <a:latin typeface="Arial Black"/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420EF3-A65B-4700-8483-648AB481531A}"/>
              </a:ext>
            </a:extLst>
          </p:cNvPr>
          <p:cNvSpPr txBox="1"/>
          <p:nvPr/>
        </p:nvSpPr>
        <p:spPr>
          <a:xfrm>
            <a:off x="1549400" y="54483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400" b="1">
                <a:solidFill>
                  <a:srgbClr val="231F20"/>
                </a:solidFill>
                <a:latin typeface="Consolas"/>
              </a:rPr>
              <a:t>"b"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5F8045F-5D86-4623-A877-B9F41F33BF06}"/>
              </a:ext>
            </a:extLst>
          </p:cNvPr>
          <p:cNvSpPr/>
          <p:nvPr/>
        </p:nvSpPr>
        <p:spPr>
          <a:xfrm>
            <a:off x="6223000" y="1841500"/>
            <a:ext cx="5207000" cy="4445000"/>
          </a:xfrm>
          <a:prstGeom prst="roundRect">
            <a:avLst/>
          </a:prstGeom>
          <a:solidFill>
            <a:srgbClr val="231F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4CAD95-FBF3-4313-832A-CC3CBCC47740}"/>
              </a:ext>
            </a:extLst>
          </p:cNvPr>
          <p:cNvSpPr txBox="1"/>
          <p:nvPr/>
        </p:nvSpPr>
        <p:spPr>
          <a:xfrm>
            <a:off x="6477000" y="20574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000" b="1">
                <a:solidFill>
                  <a:srgbClr val="FFD23F"/>
                </a:solidFill>
                <a:latin typeface="Arial Black"/>
              </a:rPr>
              <a:t>MISCONCEPTION-TARGETED FEEDBACK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F29B2D-077E-48C3-AC5F-D7FFEB8B7572}"/>
              </a:ext>
            </a:extLst>
          </p:cNvPr>
          <p:cNvSpPr txBox="1"/>
          <p:nvPr/>
        </p:nvSpPr>
        <p:spPr>
          <a:xfrm>
            <a:off x="6477000" y="2387600"/>
            <a:ext cx="4826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Arial Black"/>
              </a:rPr>
              <a:t>Strings cannot be modified in place</a:t>
            </a:r>
            <a:endParaRPr lang="en-ZA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566CD5-5B43-417A-9EF4-B0ADD09F7BC5}"/>
              </a:ext>
            </a:extLst>
          </p:cNvPr>
          <p:cNvSpPr txBox="1"/>
          <p:nvPr/>
        </p:nvSpPr>
        <p:spPr>
          <a:xfrm>
            <a:off x="6477000" y="2870200"/>
            <a:ext cx="48260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dirty="0">
                <a:solidFill>
                  <a:srgbClr val="FFFFFF"/>
                </a:solidFill>
                <a:latin typeface="Arial"/>
                <a:cs typeface="Arial"/>
              </a:rPr>
              <a:t>Your answer suggests strings work like lists — that you can change one character. In Python, strings are immutable: writing s[0] = "b" raises a </a:t>
            </a:r>
            <a:r>
              <a:rPr lang="en-US" sz="1300" dirty="0" err="1">
                <a:solidFill>
                  <a:srgbClr val="FFFFFF"/>
                </a:solidFill>
                <a:latin typeface="Arial"/>
                <a:cs typeface="Arial"/>
              </a:rPr>
              <a:t>TypeError</a:t>
            </a:r>
            <a:r>
              <a:rPr lang="en-US" sz="1300" dirty="0">
                <a:solidFill>
                  <a:srgbClr val="FFFFFF"/>
                </a:solidFill>
                <a:latin typeface="Arial"/>
                <a:cs typeface="Arial"/>
              </a:rPr>
              <a:t>. To change a string, build a new one:</a:t>
            </a:r>
            <a:endParaRPr lang="en-ZA" sz="13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49D935-3376-4F4C-8632-51FFF5CE713A}"/>
              </a:ext>
            </a:extLst>
          </p:cNvPr>
          <p:cNvSpPr/>
          <p:nvPr/>
        </p:nvSpPr>
        <p:spPr>
          <a:xfrm>
            <a:off x="6477000" y="4368800"/>
            <a:ext cx="4826000" cy="7112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49117D-210C-49D7-A730-0431634E7CBF}"/>
              </a:ext>
            </a:extLst>
          </p:cNvPr>
          <p:cNvSpPr txBox="1"/>
          <p:nvPr/>
        </p:nvSpPr>
        <p:spPr>
          <a:xfrm>
            <a:off x="6629400" y="44450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300" b="1">
                <a:solidFill>
                  <a:srgbClr val="FFD23F"/>
                </a:solidFill>
                <a:latin typeface="Consolas"/>
              </a:rPr>
              <a:t>s = "b" + s[1:]
print(s)  # "bat"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A512FE1-9B47-48D5-BA6A-D9F4D7F1945B}"/>
              </a:ext>
            </a:extLst>
          </p:cNvPr>
          <p:cNvSpPr/>
          <p:nvPr/>
        </p:nvSpPr>
        <p:spPr>
          <a:xfrm>
            <a:off x="6477000" y="5283200"/>
            <a:ext cx="1778000" cy="457200"/>
          </a:xfrm>
          <a:prstGeom prst="roundRect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1300" b="1" dirty="0">
                <a:solidFill>
                  <a:srgbClr val="FFFFFF"/>
                </a:solidFill>
                <a:latin typeface="Arial Black"/>
              </a:rPr>
              <a:t>Try again →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D2AA93-9743-417A-83CC-87CB6E9CFED8}"/>
              </a:ext>
            </a:extLst>
          </p:cNvPr>
          <p:cNvSpPr txBox="1"/>
          <p:nvPr/>
        </p:nvSpPr>
        <p:spPr>
          <a:xfrm>
            <a:off x="8509000" y="53975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AAAAAA"/>
                </a:solidFill>
                <a:latin typeface="Arial"/>
                <a:cs typeface="Arial"/>
              </a:rPr>
              <a:t>Progress · Module 2 of 6</a:t>
            </a:r>
            <a:endParaRPr lang="en-ZA" sz="1100" b="1">
              <a:solidFill>
                <a:srgbClr val="AAAAAA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6585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46C7FB9-1D67-4C73-7AAC-B157D99BC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61" y="1178023"/>
            <a:ext cx="9651233" cy="3191256"/>
          </a:xfrm>
        </p:spPr>
        <p:txBody>
          <a:bodyPr/>
          <a:lstStyle/>
          <a:p>
            <a:r>
              <a:rPr lang="en-ZA" sz="4800"/>
              <a:t>Learning programming requires the construction of appropriate mental models of program execution</a:t>
            </a:r>
            <a:endParaRPr lang="en-US" sz="480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0F1D73D-3F3D-4ECD-574C-F2502AC80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442" y="4572518"/>
            <a:ext cx="6510528" cy="365760"/>
          </a:xfrm>
        </p:spPr>
        <p:txBody>
          <a:bodyPr>
            <a:normAutofit/>
          </a:bodyPr>
          <a:lstStyle/>
          <a:p>
            <a:r>
              <a:rPr lang="en-ZA"/>
              <a:t>Amal Khaled </a:t>
            </a:r>
            <a:r>
              <a:rPr lang="en-ZA" err="1"/>
              <a:t>Altadmri</a:t>
            </a:r>
            <a:r>
              <a:rPr lang="en-ZA"/>
              <a:t> &amp; Neil C. C. Brown (2015)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82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8D1C32-CEDB-F6E2-A01E-72AE1A1D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Architecture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D61BAD3-11BF-AA74-F4B3-2ABC020772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17F181E-B3F5-EEEB-086C-37ADB36790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1C570D3B-7E48-4928-BE91-30A93B8F1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03" y="2096218"/>
            <a:ext cx="7464395" cy="3416061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BDE62F87-6615-A77D-93CB-95ABE7D27DD2}"/>
              </a:ext>
            </a:extLst>
          </p:cNvPr>
          <p:cNvSpPr/>
          <p:nvPr/>
        </p:nvSpPr>
        <p:spPr>
          <a:xfrm>
            <a:off x="7216769" y="2269746"/>
            <a:ext cx="2596635" cy="324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View</a:t>
            </a:r>
            <a:endParaRPr lang="en-US" sz="200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A9C18F95-959B-29D8-E9ED-F27BBEB9A30B}"/>
              </a:ext>
            </a:extLst>
          </p:cNvPr>
          <p:cNvSpPr/>
          <p:nvPr/>
        </p:nvSpPr>
        <p:spPr>
          <a:xfrm>
            <a:off x="7216769" y="2686650"/>
            <a:ext cx="2862068" cy="45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frontend rendering UI and string visualizations</a:t>
            </a:r>
            <a:endParaRPr lang="en-US" sz="160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BD061600-91DE-758B-D6A0-FA8D2371D094}"/>
              </a:ext>
            </a:extLst>
          </p:cNvPr>
          <p:cNvSpPr/>
          <p:nvPr/>
        </p:nvSpPr>
        <p:spPr>
          <a:xfrm>
            <a:off x="908650" y="3641958"/>
            <a:ext cx="2596635" cy="324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Controller</a:t>
            </a:r>
            <a:endParaRPr lang="en-US" sz="200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3C235F25-E345-21DD-47ED-3E79247EC9E5}"/>
              </a:ext>
            </a:extLst>
          </p:cNvPr>
          <p:cNvSpPr/>
          <p:nvPr/>
        </p:nvSpPr>
        <p:spPr>
          <a:xfrm>
            <a:off x="874028" y="4058862"/>
            <a:ext cx="2631257" cy="45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60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Flask backend handling logic and code execution</a:t>
            </a:r>
            <a:endParaRPr lang="en-US" sz="160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9D709D6C-68BF-F285-8FC4-5C6670FC0804}"/>
              </a:ext>
            </a:extLst>
          </p:cNvPr>
          <p:cNvSpPr/>
          <p:nvPr/>
        </p:nvSpPr>
        <p:spPr>
          <a:xfrm>
            <a:off x="7262916" y="4188694"/>
            <a:ext cx="2596635" cy="324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</a:t>
            </a:r>
            <a:endParaRPr lang="en-US" sz="200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75BE53D4-79DB-E97A-0E11-08D487FE262A}"/>
              </a:ext>
            </a:extLst>
          </p:cNvPr>
          <p:cNvSpPr/>
          <p:nvPr/>
        </p:nvSpPr>
        <p:spPr>
          <a:xfrm>
            <a:off x="7262916" y="4605598"/>
            <a:ext cx="2862068" cy="45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Firebase DB storing user progress and results</a:t>
            </a:r>
            <a:endParaRPr lang="en-US" sz="160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55E8664-72ED-731A-B5BB-B9BD5CF784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17"/>
          <a:stretch/>
        </p:blipFill>
        <p:spPr bwMode="auto">
          <a:xfrm>
            <a:off x="7940437" y="2196464"/>
            <a:ext cx="394963" cy="490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1C49EA06-681B-0729-21FC-1BB93870E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105" y="3486427"/>
            <a:ext cx="955195" cy="63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Firebase | Google's Mobile and Web App Development Platform">
            <a:extLst>
              <a:ext uri="{FF2B5EF4-FFF2-40B4-BE49-F238E27FC236}">
                <a16:creationId xmlns:a16="http://schemas.microsoft.com/office/drawing/2014/main" id="{9B931ECF-ACA3-984E-2FA2-4EE710BE9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2889" y="4002793"/>
            <a:ext cx="483828" cy="48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7D28F85-360B-7722-4EC9-5679EA5BAA97}"/>
              </a:ext>
            </a:extLst>
          </p:cNvPr>
          <p:cNvSpPr txBox="1"/>
          <p:nvPr/>
        </p:nvSpPr>
        <p:spPr>
          <a:xfrm>
            <a:off x="1164042" y="6136125"/>
            <a:ext cx="6098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/>
              <a:t>Hosted on UCT CS Server (Nightmare)</a:t>
            </a:r>
          </a:p>
        </p:txBody>
      </p:sp>
    </p:spTree>
    <p:extLst>
      <p:ext uri="{BB962C8B-B14F-4D97-AF65-F5344CB8AC3E}">
        <p14:creationId xmlns:p14="http://schemas.microsoft.com/office/powerpoint/2010/main" val="622709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EE996-B70C-6CD1-DB97-412166A1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Ethics &amp; Legal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B9B837-9B32-4DEA-8779-D95272E4089D}"/>
              </a:ext>
            </a:extLst>
          </p:cNvPr>
          <p:cNvSpPr/>
          <p:nvPr/>
        </p:nvSpPr>
        <p:spPr>
          <a:xfrm>
            <a:off x="889000" y="1841500"/>
            <a:ext cx="10414000" cy="4635500"/>
          </a:xfrm>
          <a:prstGeom prst="rect">
            <a:avLst/>
          </a:prstGeom>
          <a:solidFill>
            <a:srgbClr val="FAF7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812CDF-FBD0-46CA-8361-E0E15AB9A14B}"/>
              </a:ext>
            </a:extLst>
          </p:cNvPr>
          <p:cNvSpPr/>
          <p:nvPr/>
        </p:nvSpPr>
        <p:spPr>
          <a:xfrm>
            <a:off x="889000" y="1841500"/>
            <a:ext cx="762000" cy="4635500"/>
          </a:xfrm>
          <a:prstGeom prst="rect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34192B-38B4-4238-A67F-4D520095767E}"/>
              </a:ext>
            </a:extLst>
          </p:cNvPr>
          <p:cNvSpPr txBox="1"/>
          <p:nvPr/>
        </p:nvSpPr>
        <p:spPr>
          <a:xfrm rot="16200000">
            <a:off x="-698500" y="4064000"/>
            <a:ext cx="4445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rial Black"/>
              </a:rPr>
              <a:t>ETHICS APPROVED  ·  UCT  ·  FACULTY OF SCIENCE</a:t>
            </a:r>
            <a:endParaRPr lang="en-ZA" sz="1000" b="1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3E88FA-BEFD-4AD1-81DB-85FA953A9D2A}"/>
              </a:ext>
            </a:extLst>
          </p:cNvPr>
          <p:cNvSpPr txBox="1"/>
          <p:nvPr/>
        </p:nvSpPr>
        <p:spPr>
          <a:xfrm>
            <a:off x="2032000" y="20955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2200" b="1">
                <a:solidFill>
                  <a:srgbClr val="2C2826"/>
                </a:solidFill>
                <a:latin typeface="Arial Black"/>
              </a:rPr>
              <a:t>Compliance Checklist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492DBE-B420-4246-809C-FA66278D613E}"/>
              </a:ext>
            </a:extLst>
          </p:cNvPr>
          <p:cNvSpPr txBox="1"/>
          <p:nvPr/>
        </p:nvSpPr>
        <p:spPr>
          <a:xfrm>
            <a:off x="2032000" y="2514600"/>
            <a:ext cx="7620000" cy="2616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 i="1" dirty="0">
                <a:solidFill>
                  <a:srgbClr val="7A7370"/>
                </a:solidFill>
                <a:latin typeface="Arial"/>
                <a:cs typeface="Arial"/>
              </a:rPr>
              <a:t> Ethical, Professional &amp; Legal Issues  ·  submission deadline 11 May 2026</a:t>
            </a:r>
            <a:endParaRPr lang="en-ZA" sz="1100" b="1" i="1" dirty="0">
              <a:solidFill>
                <a:srgbClr val="7A7370"/>
              </a:solidFill>
              <a:latin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722518-092D-47EE-92DB-C86CA9797763}"/>
              </a:ext>
            </a:extLst>
          </p:cNvPr>
          <p:cNvSpPr/>
          <p:nvPr/>
        </p:nvSpPr>
        <p:spPr>
          <a:xfrm>
            <a:off x="2032000" y="2870200"/>
            <a:ext cx="8890000" cy="12700"/>
          </a:xfrm>
          <a:prstGeom prst="rect">
            <a:avLst/>
          </a:prstGeom>
          <a:solidFill>
            <a:srgbClr val="D6CF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E8FD91-3617-4196-B59F-48476BEA681E}"/>
              </a:ext>
            </a:extLst>
          </p:cNvPr>
          <p:cNvSpPr/>
          <p:nvPr/>
        </p:nvSpPr>
        <p:spPr>
          <a:xfrm>
            <a:off x="2032000" y="3098800"/>
            <a:ext cx="355600" cy="355600"/>
          </a:xfrm>
          <a:prstGeom prst="ellipse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1600" b="1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6B26E7-1126-4287-B6A8-72270C2D0178}"/>
              </a:ext>
            </a:extLst>
          </p:cNvPr>
          <p:cNvSpPr txBox="1"/>
          <p:nvPr/>
        </p:nvSpPr>
        <p:spPr>
          <a:xfrm>
            <a:off x="2540000" y="3073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500" b="1">
                <a:solidFill>
                  <a:srgbClr val="D8030F"/>
                </a:solidFill>
                <a:latin typeface="Arial Black"/>
              </a:rPr>
              <a:t>REC clearance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55D63F-EA7C-4A0B-96F9-719E33C414AE}"/>
              </a:ext>
            </a:extLst>
          </p:cNvPr>
          <p:cNvSpPr txBox="1"/>
          <p:nvPr/>
        </p:nvSpPr>
        <p:spPr>
          <a:xfrm>
            <a:off x="5080000" y="3124200"/>
            <a:ext cx="5842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2C2826"/>
                </a:solidFill>
                <a:latin typeface="Arial"/>
                <a:cs typeface="Arial"/>
              </a:rPr>
              <a:t>Faculty of Science Research Ethics Committee approval obtained before any participant recruitment or testing begins.</a:t>
            </a:r>
            <a:endParaRPr lang="en-ZA" sz="1200">
              <a:solidFill>
                <a:srgbClr val="2C2826"/>
              </a:solidFill>
              <a:latin typeface="Arial"/>
              <a:cs typeface="Arial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1B5803-403B-43B5-9E4D-0C868C6AF543}"/>
              </a:ext>
            </a:extLst>
          </p:cNvPr>
          <p:cNvSpPr/>
          <p:nvPr/>
        </p:nvSpPr>
        <p:spPr>
          <a:xfrm>
            <a:off x="2032000" y="3860800"/>
            <a:ext cx="355600" cy="355600"/>
          </a:xfrm>
          <a:prstGeom prst="ellipse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1600" b="1" dirty="0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0EAF50-54AC-4272-ACB8-1BD36C4662AF}"/>
              </a:ext>
            </a:extLst>
          </p:cNvPr>
          <p:cNvSpPr txBox="1"/>
          <p:nvPr/>
        </p:nvSpPr>
        <p:spPr>
          <a:xfrm>
            <a:off x="2540000" y="3835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500" b="1">
                <a:solidFill>
                  <a:srgbClr val="D8030F"/>
                </a:solidFill>
                <a:latin typeface="Arial Black"/>
              </a:rPr>
              <a:t>Informed consent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9A8708-50C5-4C9E-A2BF-C2124BB92284}"/>
              </a:ext>
            </a:extLst>
          </p:cNvPr>
          <p:cNvSpPr txBox="1"/>
          <p:nvPr/>
        </p:nvSpPr>
        <p:spPr>
          <a:xfrm>
            <a:off x="5080000" y="3886200"/>
            <a:ext cx="5842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2C2826"/>
                </a:solidFill>
                <a:latin typeface="Arial"/>
                <a:cs typeface="Arial"/>
              </a:rPr>
              <a:t>Voluntary participation; signed consent form; participants may withdraw at any stage without consequence.</a:t>
            </a:r>
            <a:endParaRPr lang="en-ZA" sz="1200">
              <a:solidFill>
                <a:srgbClr val="2C2826"/>
              </a:solidFill>
              <a:latin typeface="Arial"/>
              <a:cs typeface="Arial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6EFC9AF-F5CA-4542-94E5-7568E0B85818}"/>
              </a:ext>
            </a:extLst>
          </p:cNvPr>
          <p:cNvSpPr/>
          <p:nvPr/>
        </p:nvSpPr>
        <p:spPr>
          <a:xfrm>
            <a:off x="2032000" y="4622800"/>
            <a:ext cx="355600" cy="355600"/>
          </a:xfrm>
          <a:prstGeom prst="ellipse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1600" b="1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C92459-1A86-43A3-B416-DAF8557052E9}"/>
              </a:ext>
            </a:extLst>
          </p:cNvPr>
          <p:cNvSpPr txBox="1"/>
          <p:nvPr/>
        </p:nvSpPr>
        <p:spPr>
          <a:xfrm>
            <a:off x="2540000" y="459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500" b="1">
                <a:solidFill>
                  <a:srgbClr val="D8030F"/>
                </a:solidFill>
                <a:latin typeface="Arial Black"/>
              </a:rPr>
              <a:t>Anonymised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3A7E71-C864-4978-B968-B1999BEB760B}"/>
              </a:ext>
            </a:extLst>
          </p:cNvPr>
          <p:cNvSpPr txBox="1"/>
          <p:nvPr/>
        </p:nvSpPr>
        <p:spPr>
          <a:xfrm>
            <a:off x="5080000" y="4648200"/>
            <a:ext cx="5842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2C2826"/>
                </a:solidFill>
                <a:latin typeface="Arial"/>
                <a:cs typeface="Arial"/>
              </a:rPr>
              <a:t>No personally identifying information stored. Progress and answer data anonymised, used solely for evaluation.</a:t>
            </a:r>
            <a:endParaRPr lang="en-ZA" sz="1200">
              <a:solidFill>
                <a:srgbClr val="2C2826"/>
              </a:solidFill>
              <a:latin typeface="Arial"/>
              <a:cs typeface="Arial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649135-D30C-42BB-8491-59BF93A6C67C}"/>
              </a:ext>
            </a:extLst>
          </p:cNvPr>
          <p:cNvSpPr/>
          <p:nvPr/>
        </p:nvSpPr>
        <p:spPr>
          <a:xfrm>
            <a:off x="2032000" y="5384800"/>
            <a:ext cx="355600" cy="355600"/>
          </a:xfrm>
          <a:prstGeom prst="ellipse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1600" b="1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88A0F1-23B5-4D03-AA94-4178A179EBB2}"/>
              </a:ext>
            </a:extLst>
          </p:cNvPr>
          <p:cNvSpPr txBox="1"/>
          <p:nvPr/>
        </p:nvSpPr>
        <p:spPr>
          <a:xfrm>
            <a:off x="2540000" y="5359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500" b="1">
                <a:solidFill>
                  <a:srgbClr val="D8030F"/>
                </a:solidFill>
                <a:latin typeface="Arial Black"/>
              </a:rPr>
              <a:t>Open-source IP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9F62F8-C1A4-4DE0-ABA9-E49233A980B4}"/>
              </a:ext>
            </a:extLst>
          </p:cNvPr>
          <p:cNvSpPr txBox="1"/>
          <p:nvPr/>
        </p:nvSpPr>
        <p:spPr>
          <a:xfrm>
            <a:off x="5080000" y="5410200"/>
            <a:ext cx="4445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2C2826"/>
                </a:solidFill>
                <a:latin typeface="Arial"/>
                <a:cs typeface="Arial"/>
              </a:rPr>
              <a:t>Intellectual property owned by UCT per university policy. Source code released open-source via Research Contracts.</a:t>
            </a:r>
            <a:endParaRPr lang="en-ZA" sz="1200">
              <a:solidFill>
                <a:srgbClr val="2C2826"/>
              </a:solidFill>
              <a:latin typeface="Arial"/>
              <a:cs typeface="Arial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3329D53-8654-9C63-C9BA-9CB1DA58CC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6" name="Slide Number Placeholder 10">
            <a:extLst>
              <a:ext uri="{FF2B5EF4-FFF2-40B4-BE49-F238E27FC236}">
                <a16:creationId xmlns:a16="http://schemas.microsoft.com/office/drawing/2014/main" id="{343F48D7-742B-8242-FA7D-8AE7672F99D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21428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4DB9-D7F0-FD56-0DC5-A85E93F5C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Evaluation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9CF35F-F3F4-4E65-A40C-3F157BE79F41}"/>
              </a:ext>
            </a:extLst>
          </p:cNvPr>
          <p:cNvSpPr/>
          <p:nvPr/>
        </p:nvSpPr>
        <p:spPr>
          <a:xfrm>
            <a:off x="762000" y="1905000"/>
            <a:ext cx="5143500" cy="2095500"/>
          </a:xfrm>
          <a:prstGeom prst="rect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288332-6BC6-4A6B-A742-EC92E69B8BC9}"/>
              </a:ext>
            </a:extLst>
          </p:cNvPr>
          <p:cNvSpPr txBox="1"/>
          <p:nvPr/>
        </p:nvSpPr>
        <p:spPr>
          <a:xfrm>
            <a:off x="4318000" y="2006600"/>
            <a:ext cx="1524000" cy="120032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7200" b="1" dirty="0">
                <a:solidFill>
                  <a:srgbClr val="E83942"/>
                </a:solidFill>
                <a:latin typeface="Arial Black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F44E80-1912-47EE-A94A-A3CE638DE06D}"/>
              </a:ext>
            </a:extLst>
          </p:cNvPr>
          <p:cNvSpPr/>
          <p:nvPr/>
        </p:nvSpPr>
        <p:spPr>
          <a:xfrm>
            <a:off x="762000" y="1905000"/>
            <a:ext cx="76200" cy="2095500"/>
          </a:xfrm>
          <a:prstGeom prst="rect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E84F58-1251-4CF6-A410-1D41F371CEE2}"/>
              </a:ext>
            </a:extLst>
          </p:cNvPr>
          <p:cNvSpPr txBox="1"/>
          <p:nvPr/>
        </p:nvSpPr>
        <p:spPr>
          <a:xfrm>
            <a:off x="1041400" y="22098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b="1">
                <a:solidFill>
                  <a:srgbClr val="FFD23F"/>
                </a:solidFill>
                <a:latin typeface="Arial Black"/>
              </a:rPr>
              <a:t>Functional Testing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BBF513-7088-47F6-9095-F14B499C01BE}"/>
              </a:ext>
            </a:extLst>
          </p:cNvPr>
          <p:cNvSpPr/>
          <p:nvPr/>
        </p:nvSpPr>
        <p:spPr>
          <a:xfrm>
            <a:off x="1041400" y="2616200"/>
            <a:ext cx="508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C8DB3D-9F04-417E-AE1E-31E1904CFC74}"/>
              </a:ext>
            </a:extLst>
          </p:cNvPr>
          <p:cNvSpPr txBox="1"/>
          <p:nvPr/>
        </p:nvSpPr>
        <p:spPr>
          <a:xfrm>
            <a:off x="1041400" y="2794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  <a:latin typeface="Arial"/>
                <a:cs typeface="Arial"/>
              </a:rPr>
              <a:t>Unit tests on every REST endpoint and sandbox boundary, run on every commit via GitHub Actions</a:t>
            </a:r>
            <a:endParaRPr lang="en-ZA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DA54E0-DA36-4C43-A279-247A60B10A63}"/>
              </a:ext>
            </a:extLst>
          </p:cNvPr>
          <p:cNvSpPr/>
          <p:nvPr/>
        </p:nvSpPr>
        <p:spPr>
          <a:xfrm>
            <a:off x="6286500" y="1905000"/>
            <a:ext cx="5143500" cy="2095500"/>
          </a:xfrm>
          <a:prstGeom prst="rect">
            <a:avLst/>
          </a:prstGeom>
          <a:solidFill>
            <a:srgbClr val="231F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51D04B-FCB5-4A06-A23B-7470AEC659FC}"/>
              </a:ext>
            </a:extLst>
          </p:cNvPr>
          <p:cNvSpPr txBox="1"/>
          <p:nvPr/>
        </p:nvSpPr>
        <p:spPr>
          <a:xfrm>
            <a:off x="9842500" y="2006600"/>
            <a:ext cx="1524000" cy="120032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7200" b="1" dirty="0">
                <a:solidFill>
                  <a:srgbClr val="3A3537"/>
                </a:solidFill>
                <a:latin typeface="Arial Black"/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EEAD78-2D75-4C9B-9201-8BD43565C202}"/>
              </a:ext>
            </a:extLst>
          </p:cNvPr>
          <p:cNvSpPr/>
          <p:nvPr/>
        </p:nvSpPr>
        <p:spPr>
          <a:xfrm>
            <a:off x="6286500" y="1905000"/>
            <a:ext cx="76200" cy="2095500"/>
          </a:xfrm>
          <a:prstGeom prst="rect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C088F8-6F8E-4205-BE50-EF10C40B3182}"/>
              </a:ext>
            </a:extLst>
          </p:cNvPr>
          <p:cNvSpPr txBox="1"/>
          <p:nvPr/>
        </p:nvSpPr>
        <p:spPr>
          <a:xfrm>
            <a:off x="6565900" y="22098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b="1">
                <a:solidFill>
                  <a:srgbClr val="FFD23F"/>
                </a:solidFill>
                <a:latin typeface="Arial Black"/>
              </a:rPr>
              <a:t>Usability Testing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312C24-6E7B-474B-B7B6-BEF24DFECA3C}"/>
              </a:ext>
            </a:extLst>
          </p:cNvPr>
          <p:cNvSpPr/>
          <p:nvPr/>
        </p:nvSpPr>
        <p:spPr>
          <a:xfrm>
            <a:off x="6565900" y="2616200"/>
            <a:ext cx="508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67BA77-D992-4E02-90F4-3F2CE6D55A8B}"/>
              </a:ext>
            </a:extLst>
          </p:cNvPr>
          <p:cNvSpPr txBox="1"/>
          <p:nvPr/>
        </p:nvSpPr>
        <p:spPr>
          <a:xfrm>
            <a:off x="6565900" y="2794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  <a:latin typeface="Arial"/>
                <a:cs typeface="Arial"/>
              </a:rPr>
              <a:t>15–20 first-years in think-aloud sessions. SUS score benchmarked against published thresholds.</a:t>
            </a:r>
            <a:endParaRPr lang="en-ZA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308B8C-ADF6-44CF-9A2C-800E589779F0}"/>
              </a:ext>
            </a:extLst>
          </p:cNvPr>
          <p:cNvSpPr/>
          <p:nvPr/>
        </p:nvSpPr>
        <p:spPr>
          <a:xfrm>
            <a:off x="762000" y="4254500"/>
            <a:ext cx="5143500" cy="2095500"/>
          </a:xfrm>
          <a:prstGeom prst="rect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C50E2E-3EE9-4EA8-890A-C6E3463BC170}"/>
              </a:ext>
            </a:extLst>
          </p:cNvPr>
          <p:cNvSpPr txBox="1"/>
          <p:nvPr/>
        </p:nvSpPr>
        <p:spPr>
          <a:xfrm>
            <a:off x="4318000" y="4356100"/>
            <a:ext cx="1524000" cy="120032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7200" b="1" dirty="0">
                <a:solidFill>
                  <a:srgbClr val="E83942"/>
                </a:solidFill>
                <a:latin typeface="Arial Black"/>
              </a:rPr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466A30-1993-4099-923A-A79377D62148}"/>
              </a:ext>
            </a:extLst>
          </p:cNvPr>
          <p:cNvSpPr/>
          <p:nvPr/>
        </p:nvSpPr>
        <p:spPr>
          <a:xfrm>
            <a:off x="762000" y="4254500"/>
            <a:ext cx="76200" cy="2095500"/>
          </a:xfrm>
          <a:prstGeom prst="rect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959AC0-C549-4E80-B843-10B8FA24FC58}"/>
              </a:ext>
            </a:extLst>
          </p:cNvPr>
          <p:cNvSpPr txBox="1"/>
          <p:nvPr/>
        </p:nvSpPr>
        <p:spPr>
          <a:xfrm>
            <a:off x="1041400" y="45593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b="1">
                <a:solidFill>
                  <a:srgbClr val="FFD23F"/>
                </a:solidFill>
                <a:latin typeface="Arial Black"/>
              </a:rPr>
              <a:t>Comparative Learning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7712DC-162D-40B6-BDE0-FA7DC0CC8670}"/>
              </a:ext>
            </a:extLst>
          </p:cNvPr>
          <p:cNvSpPr/>
          <p:nvPr/>
        </p:nvSpPr>
        <p:spPr>
          <a:xfrm>
            <a:off x="1041400" y="4965700"/>
            <a:ext cx="508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26F7A6-026A-4E14-B298-2606136FC680}"/>
              </a:ext>
            </a:extLst>
          </p:cNvPr>
          <p:cNvSpPr txBox="1"/>
          <p:nvPr/>
        </p:nvSpPr>
        <p:spPr>
          <a:xfrm>
            <a:off x="1041400" y="5143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  <a:latin typeface="Arial"/>
                <a:cs typeface="Arial"/>
              </a:rPr>
              <a:t>Pre/post-test with experimental and control groups. T-test with reported Cohen's d effect size.</a:t>
            </a:r>
            <a:endParaRPr lang="en-ZA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130185-09EB-4BE0-82A3-D9F66255249B}"/>
              </a:ext>
            </a:extLst>
          </p:cNvPr>
          <p:cNvSpPr/>
          <p:nvPr/>
        </p:nvSpPr>
        <p:spPr>
          <a:xfrm>
            <a:off x="6286500" y="4254500"/>
            <a:ext cx="5143500" cy="2095500"/>
          </a:xfrm>
          <a:prstGeom prst="rect">
            <a:avLst/>
          </a:prstGeom>
          <a:solidFill>
            <a:srgbClr val="231F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E21B0C-3A36-4B1E-B955-0EC62F2BBBF2}"/>
              </a:ext>
            </a:extLst>
          </p:cNvPr>
          <p:cNvSpPr txBox="1"/>
          <p:nvPr/>
        </p:nvSpPr>
        <p:spPr>
          <a:xfrm>
            <a:off x="9842500" y="4356100"/>
            <a:ext cx="1524000" cy="120032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7200" b="1" dirty="0">
                <a:solidFill>
                  <a:srgbClr val="3A3537"/>
                </a:solidFill>
                <a:latin typeface="Arial Black"/>
              </a:rPr>
              <a:t>04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4DD6F8-F840-4A04-8039-7478877A1207}"/>
              </a:ext>
            </a:extLst>
          </p:cNvPr>
          <p:cNvSpPr/>
          <p:nvPr/>
        </p:nvSpPr>
        <p:spPr>
          <a:xfrm>
            <a:off x="6286500" y="4254500"/>
            <a:ext cx="76200" cy="2095500"/>
          </a:xfrm>
          <a:prstGeom prst="rect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820168-A953-4729-9273-29BE5AE78A57}"/>
              </a:ext>
            </a:extLst>
          </p:cNvPr>
          <p:cNvSpPr txBox="1"/>
          <p:nvPr/>
        </p:nvSpPr>
        <p:spPr>
          <a:xfrm>
            <a:off x="6565900" y="45593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b="1">
                <a:solidFill>
                  <a:srgbClr val="FFD23F"/>
                </a:solidFill>
                <a:latin typeface="Arial Black"/>
              </a:rPr>
              <a:t>Performance &amp; Stability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7F7DF2-E643-44E7-9F61-B4FB5D5FB895}"/>
              </a:ext>
            </a:extLst>
          </p:cNvPr>
          <p:cNvSpPr/>
          <p:nvPr/>
        </p:nvSpPr>
        <p:spPr>
          <a:xfrm>
            <a:off x="6565900" y="4965700"/>
            <a:ext cx="508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E41B10-3095-4916-8831-DB776E61AA31}"/>
              </a:ext>
            </a:extLst>
          </p:cNvPr>
          <p:cNvSpPr txBox="1"/>
          <p:nvPr/>
        </p:nvSpPr>
        <p:spPr>
          <a:xfrm>
            <a:off x="6565900" y="5143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  <a:latin typeface="Arial"/>
                <a:cs typeface="Arial"/>
              </a:rPr>
              <a:t>Locust load tests verify 20 concurrent users at sub-2-second response time before recruitment.</a:t>
            </a:r>
            <a:endParaRPr lang="en-ZA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72B796-1D1C-430A-9478-FE0EFC08BF2D}"/>
              </a:ext>
            </a:extLst>
          </p:cNvPr>
          <p:cNvSpPr txBox="1"/>
          <p:nvPr/>
        </p:nvSpPr>
        <p:spPr>
          <a:xfrm>
            <a:off x="762000" y="64770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100" b="1">
                <a:solidFill>
                  <a:srgbClr val="888888"/>
                </a:solidFill>
                <a:latin typeface="Arial Black"/>
              </a:rPr>
              <a:t>Functional · Usability · Learning · Performance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1B96AD11-25FC-9422-73C2-45A656AC7C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7" name="Slide Number Placeholder 10">
            <a:extLst>
              <a:ext uri="{FF2B5EF4-FFF2-40B4-BE49-F238E27FC236}">
                <a16:creationId xmlns:a16="http://schemas.microsoft.com/office/drawing/2014/main" id="{BC302AAF-900C-8CB7-5D72-5220F6F557E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173431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1FC95-111F-85C6-3BAE-B472631E7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Expected Outcomes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E1F9D7-C725-4CA4-BF5A-6E31541A9833}"/>
              </a:ext>
            </a:extLst>
          </p:cNvPr>
          <p:cNvSpPr/>
          <p:nvPr/>
        </p:nvSpPr>
        <p:spPr>
          <a:xfrm>
            <a:off x="762000" y="2349500"/>
            <a:ext cx="2476500" cy="4064000"/>
          </a:xfrm>
          <a:prstGeom prst="rect">
            <a:avLst/>
          </a:prstGeom>
          <a:solidFill>
            <a:srgbClr val="231F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CAA19F-DD71-4923-9F17-6A9AE60F28DD}"/>
              </a:ext>
            </a:extLst>
          </p:cNvPr>
          <p:cNvSpPr/>
          <p:nvPr/>
        </p:nvSpPr>
        <p:spPr>
          <a:xfrm>
            <a:off x="762000" y="2349500"/>
            <a:ext cx="2476500" cy="76200"/>
          </a:xfrm>
          <a:prstGeom prst="rect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0D1682-0AAF-4EC9-A90E-D73F79DD2FAE}"/>
              </a:ext>
            </a:extLst>
          </p:cNvPr>
          <p:cNvSpPr txBox="1"/>
          <p:nvPr/>
        </p:nvSpPr>
        <p:spPr>
          <a:xfrm>
            <a:off x="965200" y="25781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3600" b="1">
                <a:solidFill>
                  <a:srgbClr val="FFD23F"/>
                </a:solidFill>
                <a:latin typeface="Arial Black"/>
              </a:rPr>
              <a:t>01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DCBF37-85E1-4A52-BB3D-9B8ACFD8CAB6}"/>
              </a:ext>
            </a:extLst>
          </p:cNvPr>
          <p:cNvSpPr/>
          <p:nvPr/>
        </p:nvSpPr>
        <p:spPr>
          <a:xfrm>
            <a:off x="965200" y="3162300"/>
            <a:ext cx="1397000" cy="279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900" b="1">
                <a:solidFill>
                  <a:srgbClr val="231F20"/>
                </a:solidFill>
                <a:latin typeface="Arial Black"/>
              </a:rPr>
              <a:t>TANGIBLE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B4610F-762E-40A8-AF21-E79550A45D22}"/>
              </a:ext>
            </a:extLst>
          </p:cNvPr>
          <p:cNvSpPr txBox="1"/>
          <p:nvPr/>
        </p:nvSpPr>
        <p:spPr>
          <a:xfrm>
            <a:off x="965200" y="3746500"/>
            <a:ext cx="2070100" cy="116955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400" b="1" dirty="0">
                <a:solidFill>
                  <a:srgbClr val="FFFFFF"/>
                </a:solidFill>
                <a:latin typeface="Arial Black"/>
              </a:rPr>
              <a:t>Deployed web app visualiser, code pipeline, exercises, feedback engine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F407D9-2B07-4986-A034-84A790CFD265}"/>
              </a:ext>
            </a:extLst>
          </p:cNvPr>
          <p:cNvSpPr/>
          <p:nvPr/>
        </p:nvSpPr>
        <p:spPr>
          <a:xfrm>
            <a:off x="3429000" y="1841500"/>
            <a:ext cx="2476500" cy="4572000"/>
          </a:xfrm>
          <a:prstGeom prst="rect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DDDCF0-2F9B-4F30-8013-FA78B91B2A8F}"/>
              </a:ext>
            </a:extLst>
          </p:cNvPr>
          <p:cNvSpPr/>
          <p:nvPr/>
        </p:nvSpPr>
        <p:spPr>
          <a:xfrm>
            <a:off x="3429000" y="1841500"/>
            <a:ext cx="2476500" cy="76200"/>
          </a:xfrm>
          <a:prstGeom prst="rect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FAE825-0623-40E8-A049-88A19644648C}"/>
              </a:ext>
            </a:extLst>
          </p:cNvPr>
          <p:cNvSpPr txBox="1"/>
          <p:nvPr/>
        </p:nvSpPr>
        <p:spPr>
          <a:xfrm>
            <a:off x="3632200" y="20701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3600" b="1">
                <a:solidFill>
                  <a:srgbClr val="FFD23F"/>
                </a:solidFill>
                <a:latin typeface="Arial Black"/>
              </a:rPr>
              <a:t>02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D5B5A0E-28C8-460C-B483-10D2FD9F47FA}"/>
              </a:ext>
            </a:extLst>
          </p:cNvPr>
          <p:cNvSpPr/>
          <p:nvPr/>
        </p:nvSpPr>
        <p:spPr>
          <a:xfrm>
            <a:off x="3632200" y="2654300"/>
            <a:ext cx="1397000" cy="279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900" b="1">
                <a:solidFill>
                  <a:srgbClr val="D8030F"/>
                </a:solidFill>
                <a:latin typeface="Arial Black"/>
              </a:rPr>
              <a:t>ACADEMIC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7F2666-6602-4367-8C8C-D543FAEA64B0}"/>
              </a:ext>
            </a:extLst>
          </p:cNvPr>
          <p:cNvSpPr txBox="1"/>
          <p:nvPr/>
        </p:nvSpPr>
        <p:spPr>
          <a:xfrm>
            <a:off x="3632200" y="3238500"/>
            <a:ext cx="2070100" cy="297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 Black"/>
              </a:rPr>
              <a:t>Improved student performance in string-related coursework at UCT</a:t>
            </a:r>
            <a:endParaRPr lang="en-ZA" sz="14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29087E-0BD4-4EEB-BB19-4B4F53CB1782}"/>
              </a:ext>
            </a:extLst>
          </p:cNvPr>
          <p:cNvSpPr/>
          <p:nvPr/>
        </p:nvSpPr>
        <p:spPr>
          <a:xfrm>
            <a:off x="6096000" y="2603500"/>
            <a:ext cx="2476500" cy="3810000"/>
          </a:xfrm>
          <a:prstGeom prst="rect">
            <a:avLst/>
          </a:prstGeom>
          <a:solidFill>
            <a:srgbClr val="231F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313D92-2853-4930-B6EB-4FABD4668991}"/>
              </a:ext>
            </a:extLst>
          </p:cNvPr>
          <p:cNvSpPr/>
          <p:nvPr/>
        </p:nvSpPr>
        <p:spPr>
          <a:xfrm>
            <a:off x="6096000" y="2603500"/>
            <a:ext cx="2476500" cy="76200"/>
          </a:xfrm>
          <a:prstGeom prst="rect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3208FF-FC7F-4BAB-9E03-98018D0E8744}"/>
              </a:ext>
            </a:extLst>
          </p:cNvPr>
          <p:cNvSpPr txBox="1"/>
          <p:nvPr/>
        </p:nvSpPr>
        <p:spPr>
          <a:xfrm>
            <a:off x="6299200" y="28321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3600" b="1">
                <a:solidFill>
                  <a:srgbClr val="FFD23F"/>
                </a:solidFill>
                <a:latin typeface="Arial Black"/>
              </a:rPr>
              <a:t>03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3581BAE-EEB2-48A3-8214-6E6D3B0340AA}"/>
              </a:ext>
            </a:extLst>
          </p:cNvPr>
          <p:cNvSpPr/>
          <p:nvPr/>
        </p:nvSpPr>
        <p:spPr>
          <a:xfrm>
            <a:off x="6299200" y="3416300"/>
            <a:ext cx="1397000" cy="279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900" b="1">
                <a:solidFill>
                  <a:srgbClr val="231F20"/>
                </a:solidFill>
                <a:latin typeface="Arial Black"/>
              </a:rPr>
              <a:t>COGNITIVE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A88C0D-4879-4847-9D54-7D1556E5BFFE}"/>
              </a:ext>
            </a:extLst>
          </p:cNvPr>
          <p:cNvSpPr txBox="1"/>
          <p:nvPr/>
        </p:nvSpPr>
        <p:spPr>
          <a:xfrm>
            <a:off x="6299200" y="4000500"/>
            <a:ext cx="2070100" cy="2209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 Black"/>
              </a:rPr>
              <a:t>Students develop correct mental models of string behaviour</a:t>
            </a:r>
            <a:endParaRPr lang="en-ZA" sz="14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7692E1-D402-417A-9C8D-B3450FD7161A}"/>
              </a:ext>
            </a:extLst>
          </p:cNvPr>
          <p:cNvSpPr/>
          <p:nvPr/>
        </p:nvSpPr>
        <p:spPr>
          <a:xfrm>
            <a:off x="8763000" y="2984500"/>
            <a:ext cx="2476500" cy="3429000"/>
          </a:xfrm>
          <a:prstGeom prst="rect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755672-3CBB-469D-888D-76714B3C7DD0}"/>
              </a:ext>
            </a:extLst>
          </p:cNvPr>
          <p:cNvSpPr/>
          <p:nvPr/>
        </p:nvSpPr>
        <p:spPr>
          <a:xfrm>
            <a:off x="8763000" y="2984500"/>
            <a:ext cx="2476500" cy="76200"/>
          </a:xfrm>
          <a:prstGeom prst="rect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E0E7FE-FAFF-476A-8433-A175C8F51763}"/>
              </a:ext>
            </a:extLst>
          </p:cNvPr>
          <p:cNvSpPr txBox="1"/>
          <p:nvPr/>
        </p:nvSpPr>
        <p:spPr>
          <a:xfrm>
            <a:off x="8966200" y="32131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3600" b="1">
                <a:solidFill>
                  <a:srgbClr val="FFD23F"/>
                </a:solidFill>
                <a:latin typeface="Arial Black"/>
              </a:rPr>
              <a:t>04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E5EDE7C-C557-446E-909E-4B4EFC2828BE}"/>
              </a:ext>
            </a:extLst>
          </p:cNvPr>
          <p:cNvSpPr/>
          <p:nvPr/>
        </p:nvSpPr>
        <p:spPr>
          <a:xfrm>
            <a:off x="8966200" y="3797300"/>
            <a:ext cx="1397000" cy="279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ZA" sz="900" b="1">
                <a:solidFill>
                  <a:srgbClr val="D8030F"/>
                </a:solidFill>
                <a:latin typeface="Arial Black"/>
              </a:rPr>
              <a:t>COMMUNITY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29715B-1B3A-43F1-81FD-EF197F9EB7AC}"/>
              </a:ext>
            </a:extLst>
          </p:cNvPr>
          <p:cNvSpPr txBox="1"/>
          <p:nvPr/>
        </p:nvSpPr>
        <p:spPr>
          <a:xfrm>
            <a:off x="8966200" y="4381500"/>
            <a:ext cx="2070100" cy="182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 Black"/>
              </a:rPr>
              <a:t>Tool released openly for adoption by other institutions</a:t>
            </a:r>
            <a:endParaRPr lang="en-ZA" sz="14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03FA0A2-57D6-78AB-6402-D1140BE123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2" name="Slide Number Placeholder 10">
            <a:extLst>
              <a:ext uri="{FF2B5EF4-FFF2-40B4-BE49-F238E27FC236}">
                <a16:creationId xmlns:a16="http://schemas.microsoft.com/office/drawing/2014/main" id="{00D4C924-2C6B-A2EE-CAE5-E6717F9106D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25354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4FA1C-99E2-0D29-3B70-B7415674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Key Success Factors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B24CE-7BBF-4911-A66B-689382B1C598}"/>
              </a:ext>
            </a:extLst>
          </p:cNvPr>
          <p:cNvSpPr txBox="1"/>
          <p:nvPr/>
        </p:nvSpPr>
        <p:spPr>
          <a:xfrm>
            <a:off x="762000" y="1651000"/>
            <a:ext cx="10668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 i="1" dirty="0">
                <a:solidFill>
                  <a:srgbClr val="666666"/>
                </a:solidFill>
                <a:latin typeface="Arial"/>
                <a:cs typeface="Arial"/>
              </a:rPr>
              <a:t>How we'll know we've succeeded, measurable criteria, set up front</a:t>
            </a:r>
            <a:endParaRPr lang="en-ZA" sz="1300" b="1" i="1" dirty="0">
              <a:solidFill>
                <a:srgbClr val="666666"/>
              </a:solidFill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B21A65-5743-4BD2-BA51-947066C97EA0}"/>
              </a:ext>
            </a:extLst>
          </p:cNvPr>
          <p:cNvSpPr/>
          <p:nvPr/>
        </p:nvSpPr>
        <p:spPr>
          <a:xfrm>
            <a:off x="762000" y="2095500"/>
            <a:ext cx="2476500" cy="4254500"/>
          </a:xfrm>
          <a:prstGeom prst="rect">
            <a:avLst/>
          </a:prstGeom>
          <a:solidFill>
            <a:srgbClr val="231F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73B5DD1-299B-4327-964A-F4CBFA8FED81}"/>
              </a:ext>
            </a:extLst>
          </p:cNvPr>
          <p:cNvSpPr/>
          <p:nvPr/>
        </p:nvSpPr>
        <p:spPr>
          <a:xfrm rot="5400000">
            <a:off x="2882900" y="2095500"/>
            <a:ext cx="355600" cy="355600"/>
          </a:xfrm>
          <a:prstGeom prst="rtTriangle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B4642A-C04D-4F18-91ED-368D90281C33}"/>
              </a:ext>
            </a:extLst>
          </p:cNvPr>
          <p:cNvSpPr txBox="1"/>
          <p:nvPr/>
        </p:nvSpPr>
        <p:spPr>
          <a:xfrm>
            <a:off x="990600" y="2374900"/>
            <a:ext cx="20193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000" b="1">
                <a:solidFill>
                  <a:srgbClr val="FFD23F"/>
                </a:solidFill>
                <a:latin typeface="Arial Black"/>
              </a:rPr>
              <a:t>MODULES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2946E2-8522-453A-A1DC-4B06C1F4D24C}"/>
              </a:ext>
            </a:extLst>
          </p:cNvPr>
          <p:cNvSpPr txBox="1"/>
          <p:nvPr/>
        </p:nvSpPr>
        <p:spPr>
          <a:xfrm>
            <a:off x="990600" y="2628900"/>
            <a:ext cx="20193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4800" b="1" dirty="0">
                <a:solidFill>
                  <a:srgbClr val="FFFFFF"/>
                </a:solidFill>
                <a:latin typeface="Arial Black"/>
              </a:rPr>
              <a:t>100%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6A46E3-656D-4A1B-A97B-94135013E777}"/>
              </a:ext>
            </a:extLst>
          </p:cNvPr>
          <p:cNvSpPr/>
          <p:nvPr/>
        </p:nvSpPr>
        <p:spPr>
          <a:xfrm>
            <a:off x="990600" y="3746500"/>
            <a:ext cx="508000" cy="25400"/>
          </a:xfrm>
          <a:prstGeom prst="rect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A165F7-FD36-4799-B5DB-E3E3FF9ED582}"/>
              </a:ext>
            </a:extLst>
          </p:cNvPr>
          <p:cNvSpPr txBox="1"/>
          <p:nvPr/>
        </p:nvSpPr>
        <p:spPr>
          <a:xfrm>
            <a:off x="990600" y="3924300"/>
            <a:ext cx="20193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600" b="1">
                <a:solidFill>
                  <a:srgbClr val="FFFFFF"/>
                </a:solidFill>
                <a:latin typeface="Arial Black"/>
              </a:rPr>
              <a:t>Full Deployment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2FE18A-0E23-47A1-9ACD-3807B6B15853}"/>
              </a:ext>
            </a:extLst>
          </p:cNvPr>
          <p:cNvSpPr txBox="1"/>
          <p:nvPr/>
        </p:nvSpPr>
        <p:spPr>
          <a:xfrm>
            <a:off x="990600" y="4356100"/>
            <a:ext cx="20193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rial"/>
                <a:cs typeface="Arial"/>
              </a:rPr>
              <a:t>All string concept modules functional and accessible through any browser, no install required</a:t>
            </a:r>
            <a:endParaRPr lang="en-ZA" sz="12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12FCCC-B3E7-4070-AB77-1E4E7D909BA7}"/>
              </a:ext>
            </a:extLst>
          </p:cNvPr>
          <p:cNvSpPr/>
          <p:nvPr/>
        </p:nvSpPr>
        <p:spPr>
          <a:xfrm>
            <a:off x="3492500" y="2095500"/>
            <a:ext cx="2476500" cy="4254500"/>
          </a:xfrm>
          <a:prstGeom prst="rect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99EB809D-338A-4AD3-9C94-84F8D9CBDE2A}"/>
              </a:ext>
            </a:extLst>
          </p:cNvPr>
          <p:cNvSpPr/>
          <p:nvPr/>
        </p:nvSpPr>
        <p:spPr>
          <a:xfrm rot="5400000">
            <a:off x="5613400" y="2095500"/>
            <a:ext cx="355600" cy="355600"/>
          </a:xfrm>
          <a:prstGeom prst="rtTriangle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020AA7-97F3-4D93-979D-FB00382CF19A}"/>
              </a:ext>
            </a:extLst>
          </p:cNvPr>
          <p:cNvSpPr txBox="1"/>
          <p:nvPr/>
        </p:nvSpPr>
        <p:spPr>
          <a:xfrm>
            <a:off x="3721100" y="2374900"/>
            <a:ext cx="20193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000" b="1">
                <a:solidFill>
                  <a:srgbClr val="FFD23F"/>
                </a:solidFill>
                <a:latin typeface="Arial Black"/>
              </a:rPr>
              <a:t>SUS SCORE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27BC78-303E-46FD-80D4-4E0FC4C6765B}"/>
              </a:ext>
            </a:extLst>
          </p:cNvPr>
          <p:cNvSpPr txBox="1"/>
          <p:nvPr/>
        </p:nvSpPr>
        <p:spPr>
          <a:xfrm>
            <a:off x="3721100" y="2628900"/>
            <a:ext cx="20193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4800" b="1">
                <a:solidFill>
                  <a:srgbClr val="FFFFFF"/>
                </a:solidFill>
                <a:latin typeface="Arial Black"/>
              </a:rPr>
              <a:t>&gt;68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9D4EA1-B936-4369-B6C3-DE9466CF1BA1}"/>
              </a:ext>
            </a:extLst>
          </p:cNvPr>
          <p:cNvSpPr/>
          <p:nvPr/>
        </p:nvSpPr>
        <p:spPr>
          <a:xfrm>
            <a:off x="3721100" y="3746500"/>
            <a:ext cx="508000" cy="25400"/>
          </a:xfrm>
          <a:prstGeom prst="rect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E0E44B-0D7F-471A-A9EC-9699989FEB81}"/>
              </a:ext>
            </a:extLst>
          </p:cNvPr>
          <p:cNvSpPr txBox="1"/>
          <p:nvPr/>
        </p:nvSpPr>
        <p:spPr>
          <a:xfrm>
            <a:off x="3721100" y="3924300"/>
            <a:ext cx="20193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600" b="1">
                <a:solidFill>
                  <a:srgbClr val="FFFFFF"/>
                </a:solidFill>
                <a:latin typeface="Arial Black"/>
              </a:rPr>
              <a:t>Usability Threshold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F3FF6B-4E7E-42D7-9556-C605501A230E}"/>
              </a:ext>
            </a:extLst>
          </p:cNvPr>
          <p:cNvSpPr txBox="1"/>
          <p:nvPr/>
        </p:nvSpPr>
        <p:spPr>
          <a:xfrm>
            <a:off x="3721100" y="4356100"/>
            <a:ext cx="20193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rial"/>
                <a:cs typeface="Arial"/>
              </a:rPr>
              <a:t>Students rate the tool above the established SUS benchmark in first-year usability testing</a:t>
            </a:r>
            <a:endParaRPr lang="en-ZA" sz="12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AFBFB3-E5CF-49FA-97A3-0D9A057DAD72}"/>
              </a:ext>
            </a:extLst>
          </p:cNvPr>
          <p:cNvSpPr/>
          <p:nvPr/>
        </p:nvSpPr>
        <p:spPr>
          <a:xfrm>
            <a:off x="6223000" y="2095500"/>
            <a:ext cx="2476500" cy="4254500"/>
          </a:xfrm>
          <a:prstGeom prst="rect">
            <a:avLst/>
          </a:prstGeom>
          <a:solidFill>
            <a:srgbClr val="231F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3235EC8B-21DB-42C9-8717-CE1CAC6EF76F}"/>
              </a:ext>
            </a:extLst>
          </p:cNvPr>
          <p:cNvSpPr/>
          <p:nvPr/>
        </p:nvSpPr>
        <p:spPr>
          <a:xfrm rot="5400000">
            <a:off x="8343900" y="2095500"/>
            <a:ext cx="355600" cy="355600"/>
          </a:xfrm>
          <a:prstGeom prst="rtTriangle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59A793-C6DC-434B-872D-363E3757C840}"/>
              </a:ext>
            </a:extLst>
          </p:cNvPr>
          <p:cNvSpPr txBox="1"/>
          <p:nvPr/>
        </p:nvSpPr>
        <p:spPr>
          <a:xfrm>
            <a:off x="6451600" y="2374900"/>
            <a:ext cx="20193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000" b="1">
                <a:solidFill>
                  <a:srgbClr val="FFD23F"/>
                </a:solidFill>
                <a:latin typeface="Arial Black"/>
              </a:rPr>
              <a:t>SIGNIFICANCE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70794B-1C86-41F3-A706-65A58A19BFBD}"/>
              </a:ext>
            </a:extLst>
          </p:cNvPr>
          <p:cNvSpPr txBox="1"/>
          <p:nvPr/>
        </p:nvSpPr>
        <p:spPr>
          <a:xfrm>
            <a:off x="6451600" y="2628900"/>
            <a:ext cx="20193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3200" b="1">
                <a:solidFill>
                  <a:srgbClr val="FFFFFF"/>
                </a:solidFill>
                <a:latin typeface="Arial Black"/>
              </a:rPr>
              <a:t>p&lt;0.05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298B93-A0F3-41D0-B9AC-5F74814F4C05}"/>
              </a:ext>
            </a:extLst>
          </p:cNvPr>
          <p:cNvSpPr/>
          <p:nvPr/>
        </p:nvSpPr>
        <p:spPr>
          <a:xfrm>
            <a:off x="6451600" y="3746500"/>
            <a:ext cx="508000" cy="25400"/>
          </a:xfrm>
          <a:prstGeom prst="rect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94C1CB-3331-479C-92F7-B7F86B9D3D0B}"/>
              </a:ext>
            </a:extLst>
          </p:cNvPr>
          <p:cNvSpPr txBox="1"/>
          <p:nvPr/>
        </p:nvSpPr>
        <p:spPr>
          <a:xfrm>
            <a:off x="6451600" y="3924300"/>
            <a:ext cx="20193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600" b="1">
                <a:solidFill>
                  <a:srgbClr val="FFFFFF"/>
                </a:solidFill>
                <a:latin typeface="Arial Black"/>
              </a:rPr>
              <a:t>Learning Gain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82A6A1-C769-4454-8776-E471AFAFAB74}"/>
              </a:ext>
            </a:extLst>
          </p:cNvPr>
          <p:cNvSpPr txBox="1"/>
          <p:nvPr/>
        </p:nvSpPr>
        <p:spPr>
          <a:xfrm>
            <a:off x="6451600" y="4356100"/>
            <a:ext cx="20193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rial"/>
                <a:cs typeface="Arial"/>
              </a:rPr>
              <a:t>Statistically significant pre/post-test improvement reported with Cohen's d effect size</a:t>
            </a:r>
            <a:endParaRPr lang="en-ZA" sz="12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66B169-8EC0-43D7-BF9A-6B0DD4988BB0}"/>
              </a:ext>
            </a:extLst>
          </p:cNvPr>
          <p:cNvSpPr/>
          <p:nvPr/>
        </p:nvSpPr>
        <p:spPr>
          <a:xfrm>
            <a:off x="8953500" y="2095500"/>
            <a:ext cx="2476500" cy="4254500"/>
          </a:xfrm>
          <a:prstGeom prst="rect">
            <a:avLst/>
          </a:prstGeom>
          <a:solidFill>
            <a:srgbClr val="D8030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34" name="Right Triangle 33">
            <a:extLst>
              <a:ext uri="{FF2B5EF4-FFF2-40B4-BE49-F238E27FC236}">
                <a16:creationId xmlns:a16="http://schemas.microsoft.com/office/drawing/2014/main" id="{A28B103A-464F-4592-93FC-9B14DD7C90F7}"/>
              </a:ext>
            </a:extLst>
          </p:cNvPr>
          <p:cNvSpPr/>
          <p:nvPr/>
        </p:nvSpPr>
        <p:spPr>
          <a:xfrm rot="5400000">
            <a:off x="11074400" y="2095500"/>
            <a:ext cx="355600" cy="355600"/>
          </a:xfrm>
          <a:prstGeom prst="rtTriangle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13AE8F-C859-4F4F-AE7B-A2DD3C6999E3}"/>
              </a:ext>
            </a:extLst>
          </p:cNvPr>
          <p:cNvSpPr txBox="1"/>
          <p:nvPr/>
        </p:nvSpPr>
        <p:spPr>
          <a:xfrm>
            <a:off x="9182100" y="2374900"/>
            <a:ext cx="20193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000" b="1">
                <a:solidFill>
                  <a:srgbClr val="FFD23F"/>
                </a:solidFill>
                <a:latin typeface="Arial Black"/>
              </a:rPr>
              <a:t>ACCURACY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C6A563-D006-4B23-B821-676BC5B7C614}"/>
              </a:ext>
            </a:extLst>
          </p:cNvPr>
          <p:cNvSpPr txBox="1"/>
          <p:nvPr/>
        </p:nvSpPr>
        <p:spPr>
          <a:xfrm>
            <a:off x="9182100" y="2628900"/>
            <a:ext cx="20193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4800" b="1">
                <a:solidFill>
                  <a:srgbClr val="FFFFFF"/>
                </a:solidFill>
                <a:latin typeface="Arial Black"/>
              </a:rPr>
              <a:t>100%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85FF2F6-A93B-4EE0-8FBC-93605CB4F5AD}"/>
              </a:ext>
            </a:extLst>
          </p:cNvPr>
          <p:cNvSpPr/>
          <p:nvPr/>
        </p:nvSpPr>
        <p:spPr>
          <a:xfrm>
            <a:off x="9182100" y="3746500"/>
            <a:ext cx="508000" cy="25400"/>
          </a:xfrm>
          <a:prstGeom prst="rect">
            <a:avLst/>
          </a:prstGeom>
          <a:solidFill>
            <a:srgbClr val="FFD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ZA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D5DEA0-6CF2-417E-B6EF-9027060E7801}"/>
              </a:ext>
            </a:extLst>
          </p:cNvPr>
          <p:cNvSpPr txBox="1"/>
          <p:nvPr/>
        </p:nvSpPr>
        <p:spPr>
          <a:xfrm>
            <a:off x="9182100" y="3924300"/>
            <a:ext cx="20193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ZA" sz="1600" b="1">
                <a:solidFill>
                  <a:srgbClr val="FFFFFF"/>
                </a:solidFill>
                <a:latin typeface="Arial Black"/>
              </a:rPr>
              <a:t>Targeted Feedback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55AA13-32C4-4F8A-8ED2-527622F775B5}"/>
              </a:ext>
            </a:extLst>
          </p:cNvPr>
          <p:cNvSpPr txBox="1"/>
          <p:nvPr/>
        </p:nvSpPr>
        <p:spPr>
          <a:xfrm>
            <a:off x="9182100" y="4356100"/>
            <a:ext cx="20193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rial"/>
                <a:cs typeface="Arial"/>
              </a:rPr>
              <a:t>Feedback engine identifies the correct misconception for every wrong answer across modules</a:t>
            </a:r>
            <a:endParaRPr lang="en-ZA" sz="12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4AD337E5-6D44-6D78-A501-8CB34FB0E6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10B6C558-C3F7-EAAA-8C24-A379FC0137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r>
              <a:rPr lang="en-US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95076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EACB-5DC1-FFEF-E242-1F9080991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Top 4 Project Risks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182AB-7D62-32E8-2D61-A1357C692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/>
            <a:r>
              <a:rPr lang="en-ZA" sz="1400" b="1" dirty="0">
                <a:solidFill>
                  <a:srgbClr val="FFD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Feature creep</a:t>
            </a:r>
            <a:r>
              <a:rPr lang="en-ZA" sz="1100" b="1" dirty="0">
                <a:solidFill>
                  <a:srgbClr val="FFFF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 (High)</a:t>
            </a:r>
          </a:p>
          <a:p>
            <a:pPr algn="l"/>
            <a:r>
              <a:rPr lang="en-ZA" sz="1100" b="1" dirty="0">
                <a:solidFill>
                  <a:srgbClr val="FFFF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Stick to five core aims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B8A18-D3A4-3828-0FF7-41F7E54C91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algn="ctr"/>
            <a:r>
              <a:rPr lang="en-ZA" sz="2000" b="1">
                <a:solidFill>
                  <a:srgbClr val="FFFF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D919E-120F-E2F9-B612-F99A97774E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l"/>
            <a:r>
              <a:rPr lang="en-ZA" sz="1400" b="1">
                <a:solidFill>
                  <a:srgbClr val="FFD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Academic workload delays</a:t>
            </a:r>
            <a:r>
              <a:rPr lang="en-ZA" sz="1100" b="1">
                <a:solidFill>
                  <a:srgbClr val="FFFF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 (High)</a:t>
            </a:r>
          </a:p>
          <a:p>
            <a:pPr algn="l"/>
            <a:r>
              <a:rPr lang="en-ZA" sz="1100" b="1">
                <a:solidFill>
                  <a:srgbClr val="FFFF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Weekly project time; track Gantt; descope if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377B12-C5FF-F386-1FBD-08DB719CD2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algn="ctr"/>
            <a:r>
              <a:rPr lang="en-ZA" sz="2000" b="1">
                <a:solidFill>
                  <a:srgbClr val="FFFF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5C06DD-49B7-B8B7-1A29-C2452AE55D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/>
            <a:r>
              <a:rPr lang="en-ZA" sz="1400" b="1" dirty="0">
                <a:solidFill>
                  <a:srgbClr val="FFD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Ethics clearance delay</a:t>
            </a:r>
            <a:r>
              <a:rPr lang="en-ZA" sz="1100" b="1" dirty="0">
                <a:solidFill>
                  <a:srgbClr val="FFFF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 (Medium)</a:t>
            </a:r>
          </a:p>
          <a:p>
            <a:pPr algn="l"/>
            <a:r>
              <a:rPr lang="en-ZA" sz="1100" b="1" dirty="0">
                <a:solidFill>
                  <a:srgbClr val="FFFF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prep instruments in advance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13C453C-86C5-10C5-02B6-F4597C1CF8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ctr"/>
            <a:r>
              <a:rPr lang="en-ZA" sz="2000" b="1">
                <a:solidFill>
                  <a:srgbClr val="FFFF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3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1416BA-5B3E-4DAC-51A5-8181B7D5F6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algn="l"/>
            <a:r>
              <a:rPr lang="en-ZA" sz="1400" b="1">
                <a:solidFill>
                  <a:srgbClr val="FFD23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Backend execution security</a:t>
            </a:r>
            <a:r>
              <a:rPr lang="en-ZA" sz="1100" b="1">
                <a:solidFill>
                  <a:srgbClr val="FFFF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 (Medium)</a:t>
            </a:r>
          </a:p>
          <a:p>
            <a:pPr algn="l"/>
            <a:r>
              <a:rPr lang="en-ZA" sz="1100" b="1">
                <a:solidFill>
                  <a:srgbClr val="FFFF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Subprocess sandbox with CPU/mem limits; block unsafe imports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21E794-5715-53A9-C20F-33575DC7ACD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algn="ctr"/>
            <a:r>
              <a:rPr lang="en-ZA" sz="2000" b="1">
                <a:solidFill>
                  <a:srgbClr val="FFFF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2963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264F79-95B4-7ADF-2A8F-BEF6FEFD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 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69F5F0D3-B131-4CB7-0B2A-26B4F86A2B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019C8FDA-6404-F188-D702-F6E466BD3C8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r>
              <a:rPr lang="en-US" dirty="0"/>
              <a:t>17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75FAFF48-ECD7-B806-073D-92FF0C921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3F91A9F2-2D44-0F31-0AD2-6603CE85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A3E1C905-1F78-C80C-C9A7-A645D9B8A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8CA99796-00AA-C484-557A-B978DA4D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80D02F-F3D4-FF0B-2D0E-64F8B50DCA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 baseline="30000"/>
              <a:t>th</a:t>
            </a:r>
            <a:r>
              <a:rPr lang="en-US"/>
              <a:t> Jun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DC641-DB48-7215-91E0-5C72AED4E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Initial setup of the entire system and UI </a:t>
            </a:r>
            <a:r>
              <a:rPr lang="en-ZA" err="1"/>
              <a:t>mockups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5C6D13-CF93-C1B2-1F70-67C4F6E718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5</a:t>
            </a:r>
            <a:r>
              <a:rPr lang="en-US" baseline="30000"/>
              <a:t>th</a:t>
            </a:r>
            <a:r>
              <a:rPr lang="en-US"/>
              <a:t> Jul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3D82D-5102-8004-C3B7-FEE3A6280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A" dirty="0"/>
              <a:t>Development cycle 1. Main Features </a:t>
            </a:r>
            <a:r>
              <a:rPr lang="en-ZA"/>
              <a:t>completed.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9A283B-9E49-B36A-FE51-8E72C9F394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30</a:t>
            </a:r>
            <a:r>
              <a:rPr lang="en-US" baseline="30000"/>
              <a:t>th</a:t>
            </a:r>
            <a:r>
              <a:rPr lang="en-US"/>
              <a:t> Jul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055FE9-29DC-BC97-64D3-F9745578B4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ZA" dirty="0"/>
              <a:t>Development cycle 2 including. Including all 3-4 </a:t>
            </a:r>
            <a:r>
              <a:rPr lang="en-ZA"/>
              <a:t>modules + User</a:t>
            </a:r>
            <a:r>
              <a:rPr lang="en-ZA" dirty="0"/>
              <a:t> Testing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50CD75-C694-C125-BD13-EF17DEB46B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10</a:t>
            </a:r>
            <a:r>
              <a:rPr lang="en-US" baseline="30000"/>
              <a:t>th</a:t>
            </a:r>
            <a:r>
              <a:rPr lang="en-US"/>
              <a:t> Aug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278598-FCCB-FFAE-8D0C-C6E865B7A9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Development cycle 3. Improving on </a:t>
            </a:r>
            <a:r>
              <a:rPr lang="en-US"/>
              <a:t>application + including </a:t>
            </a:r>
            <a:r>
              <a:rPr lang="en-US" dirty="0"/>
              <a:t>User Testing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F9092E2-3437-76F7-8811-79E2775979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10</a:t>
            </a:r>
            <a:r>
              <a:rPr lang="en-US" baseline="30000"/>
              <a:t>th</a:t>
            </a:r>
            <a:r>
              <a:rPr lang="en-US"/>
              <a:t>  Sep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894D9-3816-D634-32FA-4C32368D53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ZA"/>
              <a:t>Final code Submission 10 September 2026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27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B88C3-22C9-7AFF-33C5-C94BB8BA8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work distribution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C4B4CEE-5DB4-6994-504B-BF87FCC066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95B11-C76E-DD57-C5B1-8658DCE8DA4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r>
              <a:rPr lang="en-US" dirty="0"/>
              <a:t>18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7DB7CA-F98F-DA72-5034-4333A03BD1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Luvuyo Matomela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1F9A423-9779-C402-676D-95DA2BDBC1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Backend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CF8C408-02FC-4132-F304-040A31BEB4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err="1"/>
              <a:t>Hlomla</a:t>
            </a:r>
            <a:r>
              <a:rPr lang="en-US"/>
              <a:t> </a:t>
            </a:r>
            <a:r>
              <a:rPr lang="en-US" err="1"/>
              <a:t>Kuhlane</a:t>
            </a:r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C779B74-D561-2EF9-90DE-13F7AB0523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Frontend 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71F316B-7439-A04C-9934-FDC516BE79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Flora Berggren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E648394-9EE4-BF99-EA38-32DD42EFCFE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Chief Operations Officer</a:t>
            </a:r>
          </a:p>
        </p:txBody>
      </p:sp>
      <p:pic>
        <p:nvPicPr>
          <p:cNvPr id="37" name="Picture Placeholder 36" descr="Team member head shot">
            <a:extLst>
              <a:ext uri="{FF2B5EF4-FFF2-40B4-BE49-F238E27FC236}">
                <a16:creationId xmlns:a16="http://schemas.microsoft.com/office/drawing/2014/main" id="{ABC65584-2B89-8630-C95E-A8C59FD602FC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35" name="Picture Placeholder 34" descr="Team member head shot">
            <a:extLst>
              <a:ext uri="{FF2B5EF4-FFF2-40B4-BE49-F238E27FC236}">
                <a16:creationId xmlns:a16="http://schemas.microsoft.com/office/drawing/2014/main" id="{08BB100B-89B1-F85D-8A97-E1120F0CC947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DCAAB9F-9796-6688-532A-91A4A1E4BF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Rajesh Santoshi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E798D5E-E47D-F58E-9F02-50706F2BBC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VP Marketing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B61225-D54E-26F8-0968-701DF02B7754}"/>
              </a:ext>
            </a:extLst>
          </p:cNvPr>
          <p:cNvSpPr/>
          <p:nvPr/>
        </p:nvSpPr>
        <p:spPr>
          <a:xfrm>
            <a:off x="948907" y="4080294"/>
            <a:ext cx="5096106" cy="2777706"/>
          </a:xfrm>
          <a:prstGeom prst="rect">
            <a:avLst/>
          </a:prstGeom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/>
              <a:t>Develops the backend system and data pipeline</a:t>
            </a:r>
          </a:p>
          <a:p>
            <a:endParaRPr lang="en-ZA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/>
              <a:t>Implements the sandboxed Python execution engine</a:t>
            </a:r>
          </a:p>
          <a:p>
            <a:endParaRPr lang="en-ZA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/>
              <a:t>Builds misconception detection</a:t>
            </a:r>
          </a:p>
          <a:p>
            <a:endParaRPr lang="en-ZA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/>
              <a:t>Generates targeted feedback for student errors</a:t>
            </a:r>
          </a:p>
          <a:p>
            <a:endParaRPr lang="en-ZA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/>
              <a:t>Manages </a:t>
            </a:r>
            <a:r>
              <a:rPr lang="en-ZA" sz="1200" err="1"/>
              <a:t>Firestore</a:t>
            </a:r>
            <a:r>
              <a:rPr lang="en-ZA" sz="1200"/>
              <a:t> database operations and scoring systems</a:t>
            </a:r>
          </a:p>
          <a:p>
            <a:endParaRPr lang="en-ZA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/>
              <a:t>Designs REST APIs for communications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B8F68A-738A-47D6-898B-6399C0FCDDC3}"/>
              </a:ext>
            </a:extLst>
          </p:cNvPr>
          <p:cNvSpPr/>
          <p:nvPr/>
        </p:nvSpPr>
        <p:spPr>
          <a:xfrm>
            <a:off x="6146989" y="4080294"/>
            <a:ext cx="5096106" cy="2777706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200"/>
              <a:t>Develops all user-facing components using React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200"/>
              <a:t>Designs UI and user flows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200"/>
              <a:t>Implements string visualisation and interactions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200"/>
              <a:t>Manages user input, navigation, and feedback display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200"/>
              <a:t>Builds dashboard, scoring, and leaderboard 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200"/>
              <a:t>Integrates Firebase authentication (login &amp; signup)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B0372BCE-5258-FADA-B7F8-87DA77AF9EC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26888" b="26888"/>
          <a:stretch/>
        </p:blipFill>
        <p:spPr/>
      </p:pic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CCB59DAE-20ED-1498-3729-63BB1C0C9FC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 t="12539" b="12539"/>
          <a:stretch/>
        </p:blipFill>
        <p:spPr/>
      </p:pic>
    </p:spTree>
    <p:extLst>
      <p:ext uri="{BB962C8B-B14F-4D97-AF65-F5344CB8AC3E}">
        <p14:creationId xmlns:p14="http://schemas.microsoft.com/office/powerpoint/2010/main" val="2828537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729A509-992F-8C10-902D-182448B5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FA0F1E-A920-0194-981E-4B573643B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502" y="1715966"/>
            <a:ext cx="6540720" cy="3578352"/>
          </a:xfrm>
        </p:spPr>
        <p:txBody>
          <a:bodyPr>
            <a:noAutofit/>
          </a:bodyPr>
          <a:lstStyle/>
          <a:p>
            <a:pPr algn="l" rtl="0" fontAlgn="base"/>
            <a:endParaRPr lang="en-US" sz="13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300" b="1">
                <a:latin typeface="Arial Black" panose="020B0604020202020204" pitchFamily="34" charset="0"/>
                <a:cs typeface="Arial Black" panose="020B0604020202020204" pitchFamily="34" charset="0"/>
              </a:rPr>
              <a:t>String Conundrum addresses a key challenge in programming education: </a:t>
            </a:r>
            <a:r>
              <a:rPr lang="en-ZA" sz="1300" b="1">
                <a:solidFill>
                  <a:schemeClr val="accent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students struggle to understand string concepts at a conceptual level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sz="1300" b="1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300" b="1">
                <a:latin typeface="Arial Black" panose="020B0604020202020204" pitchFamily="34" charset="0"/>
                <a:cs typeface="Arial Black" panose="020B0604020202020204" pitchFamily="34" charset="0"/>
              </a:rPr>
              <a:t>Existing tools provide partial support but </a:t>
            </a:r>
            <a:r>
              <a:rPr lang="en-ZA" sz="1300" b="1">
                <a:solidFill>
                  <a:schemeClr val="accent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fail to target string-specific misconceptions</a:t>
            </a:r>
          </a:p>
          <a:p>
            <a:endParaRPr lang="en-ZA" sz="1300" b="1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ZA" sz="1300" b="1">
                <a:latin typeface="Arial Black" panose="020B0604020202020204" pitchFamily="34" charset="0"/>
                <a:cs typeface="Arial Black" panose="020B0604020202020204" pitchFamily="34" charset="0"/>
              </a:rPr>
              <a:t>Our solution introduces a </a:t>
            </a:r>
            <a:r>
              <a:rPr lang="en-ZA" sz="1300" b="1">
                <a:solidFill>
                  <a:schemeClr val="accent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web-based interactive system </a:t>
            </a:r>
            <a:r>
              <a:rPr lang="en-ZA" sz="1300" b="1">
                <a:latin typeface="Arial Black" panose="020B0604020202020204" pitchFamily="34" charset="0"/>
                <a:cs typeface="Arial Black" panose="020B0604020202020204" pitchFamily="34" charset="0"/>
              </a:rPr>
              <a:t>that combines: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300" b="1">
                <a:latin typeface="Arial Black" panose="020B0604020202020204" pitchFamily="34" charset="0"/>
                <a:cs typeface="Arial Black" panose="020B0604020202020204" pitchFamily="34" charset="0"/>
              </a:rPr>
              <a:t>Visualisation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300" b="1">
                <a:latin typeface="Arial Black" panose="020B0604020202020204" pitchFamily="34" charset="0"/>
                <a:cs typeface="Arial Black" panose="020B0604020202020204" pitchFamily="34" charset="0"/>
              </a:rPr>
              <a:t>Code execution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300" b="1">
                <a:latin typeface="Arial Black" panose="020B0604020202020204" pitchFamily="34" charset="0"/>
                <a:cs typeface="Arial Black" panose="020B0604020202020204" pitchFamily="34" charset="0"/>
              </a:rPr>
              <a:t>Structured learning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300" b="1">
                <a:latin typeface="Arial Black" panose="020B0604020202020204" pitchFamily="34" charset="0"/>
                <a:cs typeface="Arial Black" panose="020B0604020202020204" pitchFamily="34" charset="0"/>
              </a:rPr>
              <a:t>Targeted feedback</a:t>
            </a:r>
          </a:p>
          <a:p>
            <a:endParaRPr lang="en-ZA" sz="1300" b="1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ZA" sz="1300" b="1">
                <a:latin typeface="Arial Black" panose="020B0604020202020204" pitchFamily="34" charset="0"/>
                <a:cs typeface="Arial Black" panose="020B0604020202020204" pitchFamily="34" charset="0"/>
              </a:rPr>
              <a:t>The system is designed to help students </a:t>
            </a:r>
            <a:r>
              <a:rPr lang="en-ZA" sz="1300" b="1">
                <a:solidFill>
                  <a:schemeClr val="accent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build correct mental models</a:t>
            </a:r>
            <a:r>
              <a:rPr lang="en-ZA" sz="1300" b="1">
                <a:latin typeface="Arial Black" panose="020B0604020202020204" pitchFamily="34" charset="0"/>
                <a:cs typeface="Arial Black" panose="020B0604020202020204" pitchFamily="34" charset="0"/>
              </a:rPr>
              <a:t>, not just produce correct code</a:t>
            </a:r>
          </a:p>
          <a:p>
            <a:endParaRPr lang="en-ZA" sz="1300" b="1"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ZA" sz="1300" b="1">
                <a:latin typeface="Arial Black" panose="020B0604020202020204" pitchFamily="34" charset="0"/>
                <a:cs typeface="Arial Black" panose="020B0604020202020204" pitchFamily="34" charset="0"/>
              </a:rPr>
              <a:t>Through evaluation, we aim to demonstrate </a:t>
            </a:r>
            <a:r>
              <a:rPr lang="en-ZA" sz="1300" b="1">
                <a:solidFill>
                  <a:schemeClr val="accent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improved understanding, performance, and confidence</a:t>
            </a:r>
            <a:endParaRPr lang="en-US" sz="1300" b="1">
              <a:solidFill>
                <a:schemeClr val="accent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A502D19-C614-886C-4945-5880F36E09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46CC291-411B-349C-8657-ED39C084F8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BF588-5EA0-9A60-84F4-2BD592CC7970}"/>
              </a:ext>
            </a:extLst>
          </p:cNvPr>
          <p:cNvSpPr txBox="1"/>
          <p:nvPr/>
        </p:nvSpPr>
        <p:spPr>
          <a:xfrm>
            <a:off x="0" y="6136245"/>
            <a:ext cx="7925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dirty="0">
                <a:solidFill>
                  <a:schemeClr val="bg1"/>
                </a:solidFill>
              </a:rPr>
              <a:t>Feature Creep: </a:t>
            </a:r>
            <a:r>
              <a:rPr lang="en-ZA" sz="1100" dirty="0">
                <a:solidFill>
                  <a:schemeClr val="bg1"/>
                </a:solidFill>
              </a:rPr>
              <a:t>Given enough time a </a:t>
            </a:r>
            <a:r>
              <a:rPr lang="en-ZA" sz="1100" dirty="0" err="1">
                <a:solidFill>
                  <a:schemeClr val="bg1"/>
                </a:solidFill>
              </a:rPr>
              <a:t>transpiler</a:t>
            </a:r>
            <a:r>
              <a:rPr lang="en-ZA" sz="1100" dirty="0">
                <a:solidFill>
                  <a:schemeClr val="bg1"/>
                </a:solidFill>
              </a:rPr>
              <a:t> will be added to compile from python to </a:t>
            </a:r>
            <a:r>
              <a:rPr lang="en-ZA" sz="1100" dirty="0" err="1">
                <a:solidFill>
                  <a:schemeClr val="bg1"/>
                </a:solidFill>
              </a:rPr>
              <a:t>isiPython</a:t>
            </a:r>
            <a:endParaRPr lang="en-ZA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108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45C2F8-2E24-F46B-AC7B-3070B3814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A212DC-D3DD-DD6B-D644-0F7B9BA98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315180"/>
            <a:ext cx="3509818" cy="1170432"/>
          </a:xfrm>
        </p:spPr>
        <p:txBody>
          <a:bodyPr/>
          <a:lstStyle/>
          <a:p>
            <a:r>
              <a:rPr lang="en-US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Mtmluv001</a:t>
            </a:r>
            <a:r>
              <a:rPr lang="en-US" u="sng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@myuct.ac.za</a:t>
            </a:r>
            <a:endParaRPr lang="en-US" u="sng"/>
          </a:p>
          <a:p>
            <a:r>
              <a:rPr lang="en-US" u="sng"/>
              <a:t>Khlhlo002@myuct.ac.za</a:t>
            </a:r>
          </a:p>
        </p:txBody>
      </p:sp>
    </p:spTree>
    <p:extLst>
      <p:ext uri="{BB962C8B-B14F-4D97-AF65-F5344CB8AC3E}">
        <p14:creationId xmlns:p14="http://schemas.microsoft.com/office/powerpoint/2010/main" val="3161219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9">
      <a:dk1>
        <a:srgbClr val="231F20"/>
      </a:dk1>
      <a:lt1>
        <a:srgbClr val="FFFFFF"/>
      </a:lt1>
      <a:dk2>
        <a:srgbClr val="231F20"/>
      </a:dk2>
      <a:lt2>
        <a:srgbClr val="FDF9E2"/>
      </a:lt2>
      <a:accent1>
        <a:srgbClr val="FC2834"/>
      </a:accent1>
      <a:accent2>
        <a:srgbClr val="43AAC7"/>
      </a:accent2>
      <a:accent3>
        <a:srgbClr val="00AA59"/>
      </a:accent3>
      <a:accent4>
        <a:srgbClr val="FEA000"/>
      </a:accent4>
      <a:accent5>
        <a:srgbClr val="FDEE6B"/>
      </a:accent5>
      <a:accent6>
        <a:srgbClr val="3266A6"/>
      </a:accent6>
      <a:hlink>
        <a:srgbClr val="FC2734"/>
      </a:hlink>
      <a:folHlink>
        <a:srgbClr val="42AAC7"/>
      </a:folHlink>
    </a:clrScheme>
    <a:fontScheme name="Custom 26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_Design_Win32_SW_v11" id="{D7435ACC-9DD3-4D5B-A984-7326EB7AF7CB}" vid="{7C01AFE1-C5EE-47B6-A71D-62A9F78E44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3">
    <wetp:webextensionref xmlns:r="http://schemas.openxmlformats.org/officeDocument/2006/relationships" r:id="rId2"/>
  </wetp:taskpane>
  <wetp:taskpane dockstate="right" visibility="0" width="438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4AFC2F94-B09A-4293-A018-EC1AD3D1A9DC}">
  <we:reference id="wa200009023" version="1.0.0.2" store="en-US" storeType="OMEX"/>
  <we:alternateReferences>
    <we:reference id="wa200009023" version="1.0.0.2" store="WA20000902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10C73E1-A9E5-4D3C-92B4-CF83CEE6C3F3}">
  <we:reference id="wa200006435" version="1.0.0.0" store="en-US" storeType="OMEX"/>
  <we:alternateReferences>
    <we:reference id="WA200006435" version="1.0.0.0" store="WA200006435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C160E491-8CD4-446A-BA59-2C52DD57B18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a97471c6-667d-4a62-849c-aa4574421531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09EAA3AC243B419BAF515E80E81ED1" ma:contentTypeVersion="5" ma:contentTypeDescription="Create a new document." ma:contentTypeScope="" ma:versionID="5dd5a35b747cb04aef02ecdc023586d1">
  <xsd:schema xmlns:xsd="http://www.w3.org/2001/XMLSchema" xmlns:xs="http://www.w3.org/2001/XMLSchema" xmlns:p="http://schemas.microsoft.com/office/2006/metadata/properties" xmlns:ns3="dc4fdfe9-2fd3-4ef5-b1c7-877e939da927" targetNamespace="http://schemas.microsoft.com/office/2006/metadata/properties" ma:root="true" ma:fieldsID="9d14840019bad98df035a6442455cc36" ns3:_="">
    <xsd:import namespace="dc4fdfe9-2fd3-4ef5-b1c7-877e939da92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4fdfe9-2fd3-4ef5-b1c7-877e939da92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c4fdfe9-2fd3-4ef5-b1c7-877e939da927" xsi:nil="true"/>
  </documentManagement>
</p:properties>
</file>

<file path=customXml/itemProps1.xml><?xml version="1.0" encoding="utf-8"?>
<ds:datastoreItem xmlns:ds="http://schemas.openxmlformats.org/officeDocument/2006/customXml" ds:itemID="{9668A43B-518F-4362-B15F-EC4D32F2BBE1}">
  <ds:schemaRefs>
    <ds:schemaRef ds:uri="dc4fdfe9-2fd3-4ef5-b1c7-877e939da9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3441F37-C10B-49C7-9131-D813AD6E94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65A588-1D2A-427C-AA32-A236D95C8F89}">
  <ds:schemaRefs>
    <ds:schemaRef ds:uri="http://schemas.microsoft.com/office/2006/documentManagement/types"/>
    <ds:schemaRef ds:uri="http://purl.org/dc/dcmitype/"/>
    <ds:schemaRef ds:uri="http://purl.org/dc/terms/"/>
    <ds:schemaRef ds:uri="dc4fdfe9-2fd3-4ef5-b1c7-877e939da927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Metropolitan design</Template>
  <TotalTime>209</TotalTime>
  <Words>1277</Words>
  <Application>Microsoft Office PowerPoint</Application>
  <PresentationFormat>Widescreen</PresentationFormat>
  <Paragraphs>316</Paragraphs>
  <Slides>24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Black</vt:lpstr>
      <vt:lpstr>Calibri</vt:lpstr>
      <vt:lpstr>Consolas</vt:lpstr>
      <vt:lpstr>Libre Baskerville</vt:lpstr>
      <vt:lpstr>Open Sans</vt:lpstr>
      <vt:lpstr>Segoe UI</vt:lpstr>
      <vt:lpstr>Trebuchet MS</vt:lpstr>
      <vt:lpstr>Office Theme</vt:lpstr>
      <vt:lpstr>"String      Conundrum"</vt:lpstr>
      <vt:lpstr>String Introduction</vt:lpstr>
      <vt:lpstr>What's the deal</vt:lpstr>
      <vt:lpstr>Problem  Statement</vt:lpstr>
      <vt:lpstr>PowerPoint Presentation</vt:lpstr>
      <vt:lpstr>Example</vt:lpstr>
      <vt:lpstr>Issues with Existing Tools </vt:lpstr>
      <vt:lpstr>Project Aims</vt:lpstr>
      <vt:lpstr>Project Aims</vt:lpstr>
      <vt:lpstr>Feature Concepts</vt:lpstr>
      <vt:lpstr>Basic Example</vt:lpstr>
      <vt:lpstr>Live Code Pipeline</vt:lpstr>
      <vt:lpstr>Learning View</vt:lpstr>
      <vt:lpstr>Learning programming requires the construction of appropriate mental models of program execution</vt:lpstr>
      <vt:lpstr>System Architecture</vt:lpstr>
      <vt:lpstr>Ethics &amp; Legal</vt:lpstr>
      <vt:lpstr>Evaluation</vt:lpstr>
      <vt:lpstr>Expected Outcomes</vt:lpstr>
      <vt:lpstr>Key Success Factors</vt:lpstr>
      <vt:lpstr>Top 4 Project Risks</vt:lpstr>
      <vt:lpstr>Timeline </vt:lpstr>
      <vt:lpstr>team work distribution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Luvuyo Matomela</dc:creator>
  <cp:lastModifiedBy>Luvuyo Matomela (Group Office)</cp:lastModifiedBy>
  <cp:revision>6</cp:revision>
  <dcterms:created xsi:type="dcterms:W3CDTF">2026-04-29T21:39:39Z</dcterms:created>
  <dcterms:modified xsi:type="dcterms:W3CDTF">2026-04-30T06:47:28Z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0x010100FE09EAA3AC243B419BAF515E80E81ED1</vt:lpwstr>
  </property>
</Properties>
</file>